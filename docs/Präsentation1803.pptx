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 dirty="0"/>
            <a:t>Schnelle und fehlerfreie Erfassung am Point </a:t>
          </a:r>
          <a:r>
            <a:rPr lang="de-DE" b="0" i="0" baseline="0" dirty="0" err="1"/>
            <a:t>of</a:t>
          </a:r>
          <a:r>
            <a:rPr lang="de-DE" b="0" i="0" baseline="0" dirty="0"/>
            <a:t> Sale (Kassensystem).</a:t>
          </a:r>
          <a:endParaRPr lang="en-US" dirty="0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 dirty="0"/>
            <a:t>Schnelle und fehlerfreie Erfassung am Point </a:t>
          </a:r>
          <a:r>
            <a:rPr lang="de-DE" sz="2200" b="0" i="0" kern="1200" baseline="0" dirty="0" err="1"/>
            <a:t>of</a:t>
          </a:r>
          <a:r>
            <a:rPr lang="de-DE" sz="2200" b="0" i="0" kern="1200" baseline="0" dirty="0"/>
            <a:t> Sale (Kassensystem).</a:t>
          </a:r>
          <a:endParaRPr lang="en-US" sz="2200" kern="1200" dirty="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24.03.2026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2255CADE-DCE0-447F-B290-2AE78E5E5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9" r="3317"/>
          <a:stretch>
            <a:fillRect/>
          </a:stretch>
        </p:blipFill>
        <p:spPr bwMode="auto">
          <a:xfrm>
            <a:off x="8860" y="10"/>
            <a:ext cx="69242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6" name="Rectangle 5135">
            <a:extLst>
              <a:ext uri="{FF2B5EF4-FFF2-40B4-BE49-F238E27FC236}">
                <a16:creationId xmlns:a16="http://schemas.microsoft.com/office/drawing/2014/main" id="{4245587C-701C-48A1-9B6B-10C3DF81A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38" name="Picture 5137">
            <a:extLst>
              <a:ext uri="{FF2B5EF4-FFF2-40B4-BE49-F238E27FC236}">
                <a16:creationId xmlns:a16="http://schemas.microsoft.com/office/drawing/2014/main" id="{2E5CF545-7AAF-4A13-8871-089E929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1358901"/>
            <a:ext cx="3707844" cy="2730498"/>
          </a:xfrm>
        </p:spPr>
        <p:txBody>
          <a:bodyPr>
            <a:normAutofit/>
          </a:bodyPr>
          <a:lstStyle/>
          <a:p>
            <a:r>
              <a:rPr lang="de-AT" sz="3000"/>
              <a:t>Datenmodellierung einer Trafik</a:t>
            </a:r>
            <a:endParaRPr lang="de-DE" sz="300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6707" y="4165601"/>
            <a:ext cx="3487479" cy="78917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de-AT" sz="2000"/>
              <a:t>Team: Andreas, Michael, Leonhard</a:t>
            </a:r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 dirty="0"/>
              <a:t>Identifizierte Anforderungen</a:t>
            </a:r>
            <a:br>
              <a:rPr lang="de-AT" sz="2400" b="1" dirty="0"/>
            </a:br>
            <a:endParaRPr lang="de-DE" sz="2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73C52C-E4DA-A562-A5F0-BDDA1FC83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28"/>
          <a:stretch>
            <a:fillRect/>
          </a:stretch>
        </p:blipFill>
        <p:spPr>
          <a:xfrm>
            <a:off x="2223432" y="-48601"/>
            <a:ext cx="10079853" cy="695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22081EA-7107-46FA-A893-B15086A74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D8889DF-D030-4BCD-9797-4BBD1986C2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1757" y="2514600"/>
            <a:ext cx="3420815" cy="1828800"/>
          </a:xfrm>
        </p:spPr>
        <p:txBody>
          <a:bodyPr anchor="b">
            <a:normAutofit/>
          </a:bodyPr>
          <a:lstStyle/>
          <a:p>
            <a:pPr algn="l"/>
            <a:r>
              <a:rPr lang="de-AT" sz="4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Business Cases</a:t>
            </a:r>
            <a:endParaRPr lang="de-DE" sz="41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D1F879A3-BADB-5352-9CE8-9BBDEBCE67D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79400" y="2264258"/>
            <a:ext cx="7652929" cy="27104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1: Bestellung &amp; Wareneingang (Ablauf, Logik, Abschluss)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2: Kundenkauf am Point </a:t>
            </a:r>
            <a:r>
              <a:rPr kumimoji="0" lang="de-DE" altLang="de-DE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Sale (POS)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UC 3: Aktuelle Bestandsanzeige (Inventar-Übersicht)</a:t>
            </a:r>
          </a:p>
        </p:txBody>
      </p:sp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78</Words>
  <Application>Microsoft Office PowerPoint</Application>
  <PresentationFormat>Breitbild</PresentationFormat>
  <Paragraphs>12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7" baseType="lpstr">
      <vt:lpstr>Arial</vt:lpstr>
      <vt:lpstr>Tw Cen MT</vt:lpstr>
      <vt:lpstr>Tropfen</vt:lpstr>
      <vt:lpstr>Datenmodellierung einer Trafik</vt:lpstr>
      <vt:lpstr>Identifizierte Anforderungen </vt:lpstr>
      <vt:lpstr>ERD</vt:lpstr>
      <vt:lpstr>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Michael FRIEDL</cp:lastModifiedBy>
  <cp:revision>8</cp:revision>
  <dcterms:created xsi:type="dcterms:W3CDTF">2026-03-17T19:01:22Z</dcterms:created>
  <dcterms:modified xsi:type="dcterms:W3CDTF">2026-03-24T20:34:50Z</dcterms:modified>
</cp:coreProperties>
</file>