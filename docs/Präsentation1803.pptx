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sldIdLst>
    <p:sldId id="256" r:id="rId2"/>
    <p:sldId id="257" r:id="rId3"/>
    <p:sldId id="263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BE3469-7C31-488A-8836-2A62A127E5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0580707-3425-4014-90D4-195B14FBC168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Schnelle und fehlerfreie Erfassung am Point of Sale (Kassensystem).</a:t>
          </a:r>
          <a:endParaRPr lang="en-US"/>
        </a:p>
      </dgm:t>
    </dgm:pt>
    <dgm:pt modelId="{62FD7DD4-E93A-4D0D-AA77-074D8AF0489C}" type="parTrans" cxnId="{5353E3D6-87A6-4EAB-9C6A-27E693533D6F}">
      <dgm:prSet/>
      <dgm:spPr/>
      <dgm:t>
        <a:bodyPr/>
        <a:lstStyle/>
        <a:p>
          <a:endParaRPr lang="en-US"/>
        </a:p>
      </dgm:t>
    </dgm:pt>
    <dgm:pt modelId="{2C4D0D37-5196-4152-9883-35A13CC072A8}" type="sibTrans" cxnId="{5353E3D6-87A6-4EAB-9C6A-27E693533D6F}">
      <dgm:prSet/>
      <dgm:spPr/>
      <dgm:t>
        <a:bodyPr/>
        <a:lstStyle/>
        <a:p>
          <a:endParaRPr lang="en-US"/>
        </a:p>
      </dgm:t>
    </dgm:pt>
    <dgm:pt modelId="{31D1528E-28EF-46A9-B0C0-10FB3C7DC716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Strikte gesetzliche Alterskontrolle bei Tabak und Glücksspiel.</a:t>
          </a:r>
          <a:endParaRPr lang="en-US"/>
        </a:p>
      </dgm:t>
    </dgm:pt>
    <dgm:pt modelId="{A495F210-57A3-4A15-ADDC-64942B8C386B}" type="parTrans" cxnId="{A1FE73C1-4607-4524-BC15-0055D5570CE4}">
      <dgm:prSet/>
      <dgm:spPr/>
      <dgm:t>
        <a:bodyPr/>
        <a:lstStyle/>
        <a:p>
          <a:endParaRPr lang="en-US"/>
        </a:p>
      </dgm:t>
    </dgm:pt>
    <dgm:pt modelId="{579D4804-1ADB-4E2C-8F8D-C43EBFCA3890}" type="sibTrans" cxnId="{A1FE73C1-4607-4524-BC15-0055D5570CE4}">
      <dgm:prSet/>
      <dgm:spPr/>
      <dgm:t>
        <a:bodyPr/>
        <a:lstStyle/>
        <a:p>
          <a:endParaRPr lang="en-US"/>
        </a:p>
      </dgm:t>
    </dgm:pt>
    <dgm:pt modelId="{00C2E301-8CC6-4F26-AD3F-9D1842139C8B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Verwaltung von Zeitschriften-Abos für Stammkunden.</a:t>
          </a:r>
          <a:endParaRPr lang="en-US"/>
        </a:p>
      </dgm:t>
    </dgm:pt>
    <dgm:pt modelId="{4980E30E-A25B-4B05-8D62-1DAF41DFA9EC}" type="parTrans" cxnId="{37CFCEF6-CBC1-41E9-992B-73207A890169}">
      <dgm:prSet/>
      <dgm:spPr/>
      <dgm:t>
        <a:bodyPr/>
        <a:lstStyle/>
        <a:p>
          <a:endParaRPr lang="en-US"/>
        </a:p>
      </dgm:t>
    </dgm:pt>
    <dgm:pt modelId="{5F7123DB-DA49-4EF9-B0C6-03D60C9CC4C2}" type="sibTrans" cxnId="{37CFCEF6-CBC1-41E9-992B-73207A890169}">
      <dgm:prSet/>
      <dgm:spPr/>
      <dgm:t>
        <a:bodyPr/>
        <a:lstStyle/>
        <a:p>
          <a:endParaRPr lang="en-US"/>
        </a:p>
      </dgm:t>
    </dgm:pt>
    <dgm:pt modelId="{82A6D22E-AD37-4035-AF27-B2EAE0AC64A2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Strukturiertes Bestellwesen bei Großhändlern.</a:t>
          </a:r>
          <a:endParaRPr lang="en-US"/>
        </a:p>
      </dgm:t>
    </dgm:pt>
    <dgm:pt modelId="{ACF5E5C5-61D0-4B52-A77C-620ACD3B6C37}" type="parTrans" cxnId="{A4613E96-11F3-4CCB-A5CE-59B1D4620EAD}">
      <dgm:prSet/>
      <dgm:spPr/>
      <dgm:t>
        <a:bodyPr/>
        <a:lstStyle/>
        <a:p>
          <a:endParaRPr lang="en-US"/>
        </a:p>
      </dgm:t>
    </dgm:pt>
    <dgm:pt modelId="{B3F591E0-655C-45B5-BF7D-D023A1134382}" type="sibTrans" cxnId="{A4613E96-11F3-4CCB-A5CE-59B1D4620EAD}">
      <dgm:prSet/>
      <dgm:spPr/>
      <dgm:t>
        <a:bodyPr/>
        <a:lstStyle/>
        <a:p>
          <a:endParaRPr lang="en-US"/>
        </a:p>
      </dgm:t>
    </dgm:pt>
    <dgm:pt modelId="{0A8FB0A3-12BD-4713-83FA-9DE92A734F79}" type="pres">
      <dgm:prSet presAssocID="{CEBE3469-7C31-488A-8836-2A62A127E5DA}" presName="root" presStyleCnt="0">
        <dgm:presLayoutVars>
          <dgm:dir/>
          <dgm:resizeHandles val="exact"/>
        </dgm:presLayoutVars>
      </dgm:prSet>
      <dgm:spPr/>
    </dgm:pt>
    <dgm:pt modelId="{0039BC79-2AB7-41B5-81BC-3A5444FD6BCF}" type="pres">
      <dgm:prSet presAssocID="{50580707-3425-4014-90D4-195B14FBC168}" presName="compNode" presStyleCnt="0"/>
      <dgm:spPr/>
    </dgm:pt>
    <dgm:pt modelId="{2A8F540B-6C3C-4C03-9FBF-23428BE26BC3}" type="pres">
      <dgm:prSet presAssocID="{50580707-3425-4014-90D4-195B14FBC168}" presName="bgRect" presStyleLbl="bgShp" presStyleIdx="0" presStyleCnt="4"/>
      <dgm:spPr/>
    </dgm:pt>
    <dgm:pt modelId="{BEED52F0-74B7-4694-B7A7-1BC044FCC027}" type="pres">
      <dgm:prSet presAssocID="{50580707-3425-4014-90D4-195B14FBC168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peed Bump"/>
        </a:ext>
      </dgm:extLst>
    </dgm:pt>
    <dgm:pt modelId="{D86113FF-7A26-41A1-8BB7-E3BD79B282C4}" type="pres">
      <dgm:prSet presAssocID="{50580707-3425-4014-90D4-195B14FBC168}" presName="spaceRect" presStyleCnt="0"/>
      <dgm:spPr/>
    </dgm:pt>
    <dgm:pt modelId="{086FC027-0293-47A1-95DE-D938E8FC6CAA}" type="pres">
      <dgm:prSet presAssocID="{50580707-3425-4014-90D4-195B14FBC168}" presName="parTx" presStyleLbl="revTx" presStyleIdx="0" presStyleCnt="4">
        <dgm:presLayoutVars>
          <dgm:chMax val="0"/>
          <dgm:chPref val="0"/>
        </dgm:presLayoutVars>
      </dgm:prSet>
      <dgm:spPr/>
    </dgm:pt>
    <dgm:pt modelId="{C9D949CF-3B63-4991-9780-AE5D7F144266}" type="pres">
      <dgm:prSet presAssocID="{2C4D0D37-5196-4152-9883-35A13CC072A8}" presName="sibTrans" presStyleCnt="0"/>
      <dgm:spPr/>
    </dgm:pt>
    <dgm:pt modelId="{FF98CB36-F42C-455E-8699-60DC3A94E346}" type="pres">
      <dgm:prSet presAssocID="{31D1528E-28EF-46A9-B0C0-10FB3C7DC716}" presName="compNode" presStyleCnt="0"/>
      <dgm:spPr/>
    </dgm:pt>
    <dgm:pt modelId="{D036B65A-8C3B-4A08-8F86-7D7039A288DF}" type="pres">
      <dgm:prSet presAssocID="{31D1528E-28EF-46A9-B0C0-10FB3C7DC716}" presName="bgRect" presStyleLbl="bgShp" presStyleIdx="1" presStyleCnt="4"/>
      <dgm:spPr/>
    </dgm:pt>
    <dgm:pt modelId="{AA92A823-97A0-431E-BD77-D416E2C07E88}" type="pres">
      <dgm:prSet presAssocID="{31D1528E-28EF-46A9-B0C0-10FB3C7DC71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919FD018-CAB2-4A83-BBB2-7C62F527C469}" type="pres">
      <dgm:prSet presAssocID="{31D1528E-28EF-46A9-B0C0-10FB3C7DC716}" presName="spaceRect" presStyleCnt="0"/>
      <dgm:spPr/>
    </dgm:pt>
    <dgm:pt modelId="{AF453ACD-1137-4B12-B9EB-10DF2B111A8C}" type="pres">
      <dgm:prSet presAssocID="{31D1528E-28EF-46A9-B0C0-10FB3C7DC716}" presName="parTx" presStyleLbl="revTx" presStyleIdx="1" presStyleCnt="4">
        <dgm:presLayoutVars>
          <dgm:chMax val="0"/>
          <dgm:chPref val="0"/>
        </dgm:presLayoutVars>
      </dgm:prSet>
      <dgm:spPr/>
    </dgm:pt>
    <dgm:pt modelId="{57AC1489-3A87-4C57-A2B0-177D0B178FDF}" type="pres">
      <dgm:prSet presAssocID="{579D4804-1ADB-4E2C-8F8D-C43EBFCA3890}" presName="sibTrans" presStyleCnt="0"/>
      <dgm:spPr/>
    </dgm:pt>
    <dgm:pt modelId="{0839D424-3A06-483D-A2C1-B9A8EA2075FA}" type="pres">
      <dgm:prSet presAssocID="{00C2E301-8CC6-4F26-AD3F-9D1842139C8B}" presName="compNode" presStyleCnt="0"/>
      <dgm:spPr/>
    </dgm:pt>
    <dgm:pt modelId="{701BF9CC-8AE0-4D10-9662-F26DB6671295}" type="pres">
      <dgm:prSet presAssocID="{00C2E301-8CC6-4F26-AD3F-9D1842139C8B}" presName="bgRect" presStyleLbl="bgShp" presStyleIdx="2" presStyleCnt="4"/>
      <dgm:spPr/>
    </dgm:pt>
    <dgm:pt modelId="{A9163579-CC5E-4F36-A08E-03B81B0F419E}" type="pres">
      <dgm:prSet presAssocID="{00C2E301-8CC6-4F26-AD3F-9D1842139C8B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eitung"/>
        </a:ext>
      </dgm:extLst>
    </dgm:pt>
    <dgm:pt modelId="{2163BFF8-2988-40A9-8A87-3D268749F91F}" type="pres">
      <dgm:prSet presAssocID="{00C2E301-8CC6-4F26-AD3F-9D1842139C8B}" presName="spaceRect" presStyleCnt="0"/>
      <dgm:spPr/>
    </dgm:pt>
    <dgm:pt modelId="{E2E7B1F5-82A1-49F2-B2B8-50297E810772}" type="pres">
      <dgm:prSet presAssocID="{00C2E301-8CC6-4F26-AD3F-9D1842139C8B}" presName="parTx" presStyleLbl="revTx" presStyleIdx="2" presStyleCnt="4">
        <dgm:presLayoutVars>
          <dgm:chMax val="0"/>
          <dgm:chPref val="0"/>
        </dgm:presLayoutVars>
      </dgm:prSet>
      <dgm:spPr/>
    </dgm:pt>
    <dgm:pt modelId="{E1C580CE-7399-4B99-8C6D-A89A76A4BEE4}" type="pres">
      <dgm:prSet presAssocID="{5F7123DB-DA49-4EF9-B0C6-03D60C9CC4C2}" presName="sibTrans" presStyleCnt="0"/>
      <dgm:spPr/>
    </dgm:pt>
    <dgm:pt modelId="{EB78DFEA-C78B-406F-A77C-A7DE922FB770}" type="pres">
      <dgm:prSet presAssocID="{82A6D22E-AD37-4035-AF27-B2EAE0AC64A2}" presName="compNode" presStyleCnt="0"/>
      <dgm:spPr/>
    </dgm:pt>
    <dgm:pt modelId="{A325A891-10DB-4EC4-B784-B93EA7F75575}" type="pres">
      <dgm:prSet presAssocID="{82A6D22E-AD37-4035-AF27-B2EAE0AC64A2}" presName="bgRect" presStyleLbl="bgShp" presStyleIdx="3" presStyleCnt="4"/>
      <dgm:spPr/>
    </dgm:pt>
    <dgm:pt modelId="{11B67114-7E44-42F6-9AE8-212DBBEA06F9}" type="pres">
      <dgm:prSet presAssocID="{82A6D22E-AD37-4035-AF27-B2EAE0AC64A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ce cream"/>
        </a:ext>
      </dgm:extLst>
    </dgm:pt>
    <dgm:pt modelId="{484D652A-CAD6-49DD-889B-FE82121FDB40}" type="pres">
      <dgm:prSet presAssocID="{82A6D22E-AD37-4035-AF27-B2EAE0AC64A2}" presName="spaceRect" presStyleCnt="0"/>
      <dgm:spPr/>
    </dgm:pt>
    <dgm:pt modelId="{763C264B-0F05-4B87-B143-CD9A6292AA4E}" type="pres">
      <dgm:prSet presAssocID="{82A6D22E-AD37-4035-AF27-B2EAE0AC64A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B19B305-92B0-465D-8986-0FFBE6A1D46A}" type="presOf" srcId="{31D1528E-28EF-46A9-B0C0-10FB3C7DC716}" destId="{AF453ACD-1137-4B12-B9EB-10DF2B111A8C}" srcOrd="0" destOrd="0" presId="urn:microsoft.com/office/officeart/2018/2/layout/IconVerticalSolidList"/>
    <dgm:cxn modelId="{55B64D0A-034F-49C7-9C73-D3CFD45C96B8}" type="presOf" srcId="{CEBE3469-7C31-488A-8836-2A62A127E5DA}" destId="{0A8FB0A3-12BD-4713-83FA-9DE92A734F79}" srcOrd="0" destOrd="0" presId="urn:microsoft.com/office/officeart/2018/2/layout/IconVerticalSolidList"/>
    <dgm:cxn modelId="{A2035023-D390-4056-9BE3-6AE700D486EA}" type="presOf" srcId="{50580707-3425-4014-90D4-195B14FBC168}" destId="{086FC027-0293-47A1-95DE-D938E8FC6CAA}" srcOrd="0" destOrd="0" presId="urn:microsoft.com/office/officeart/2018/2/layout/IconVerticalSolidList"/>
    <dgm:cxn modelId="{F9C5BC74-2C5B-4688-955A-2D6E73211093}" type="presOf" srcId="{00C2E301-8CC6-4F26-AD3F-9D1842139C8B}" destId="{E2E7B1F5-82A1-49F2-B2B8-50297E810772}" srcOrd="0" destOrd="0" presId="urn:microsoft.com/office/officeart/2018/2/layout/IconVerticalSolidList"/>
    <dgm:cxn modelId="{58A3C28F-0BC8-4A7A-AA13-49C718C34CCE}" type="presOf" srcId="{82A6D22E-AD37-4035-AF27-B2EAE0AC64A2}" destId="{763C264B-0F05-4B87-B143-CD9A6292AA4E}" srcOrd="0" destOrd="0" presId="urn:microsoft.com/office/officeart/2018/2/layout/IconVerticalSolidList"/>
    <dgm:cxn modelId="{A4613E96-11F3-4CCB-A5CE-59B1D4620EAD}" srcId="{CEBE3469-7C31-488A-8836-2A62A127E5DA}" destId="{82A6D22E-AD37-4035-AF27-B2EAE0AC64A2}" srcOrd="3" destOrd="0" parTransId="{ACF5E5C5-61D0-4B52-A77C-620ACD3B6C37}" sibTransId="{B3F591E0-655C-45B5-BF7D-D023A1134382}"/>
    <dgm:cxn modelId="{A1FE73C1-4607-4524-BC15-0055D5570CE4}" srcId="{CEBE3469-7C31-488A-8836-2A62A127E5DA}" destId="{31D1528E-28EF-46A9-B0C0-10FB3C7DC716}" srcOrd="1" destOrd="0" parTransId="{A495F210-57A3-4A15-ADDC-64942B8C386B}" sibTransId="{579D4804-1ADB-4E2C-8F8D-C43EBFCA3890}"/>
    <dgm:cxn modelId="{5353E3D6-87A6-4EAB-9C6A-27E693533D6F}" srcId="{CEBE3469-7C31-488A-8836-2A62A127E5DA}" destId="{50580707-3425-4014-90D4-195B14FBC168}" srcOrd="0" destOrd="0" parTransId="{62FD7DD4-E93A-4D0D-AA77-074D8AF0489C}" sibTransId="{2C4D0D37-5196-4152-9883-35A13CC072A8}"/>
    <dgm:cxn modelId="{37CFCEF6-CBC1-41E9-992B-73207A890169}" srcId="{CEBE3469-7C31-488A-8836-2A62A127E5DA}" destId="{00C2E301-8CC6-4F26-AD3F-9D1842139C8B}" srcOrd="2" destOrd="0" parTransId="{4980E30E-A25B-4B05-8D62-1DAF41DFA9EC}" sibTransId="{5F7123DB-DA49-4EF9-B0C6-03D60C9CC4C2}"/>
    <dgm:cxn modelId="{D11BCE47-A5E3-4E36-B1C8-7B5290FAEF95}" type="presParOf" srcId="{0A8FB0A3-12BD-4713-83FA-9DE92A734F79}" destId="{0039BC79-2AB7-41B5-81BC-3A5444FD6BCF}" srcOrd="0" destOrd="0" presId="urn:microsoft.com/office/officeart/2018/2/layout/IconVerticalSolidList"/>
    <dgm:cxn modelId="{1392815C-75CF-4BB2-A704-FBB89EB1AF07}" type="presParOf" srcId="{0039BC79-2AB7-41B5-81BC-3A5444FD6BCF}" destId="{2A8F540B-6C3C-4C03-9FBF-23428BE26BC3}" srcOrd="0" destOrd="0" presId="urn:microsoft.com/office/officeart/2018/2/layout/IconVerticalSolidList"/>
    <dgm:cxn modelId="{9F2FA97E-F651-49AA-935D-E2B14A90C3C1}" type="presParOf" srcId="{0039BC79-2AB7-41B5-81BC-3A5444FD6BCF}" destId="{BEED52F0-74B7-4694-B7A7-1BC044FCC027}" srcOrd="1" destOrd="0" presId="urn:microsoft.com/office/officeart/2018/2/layout/IconVerticalSolidList"/>
    <dgm:cxn modelId="{DD21D069-9D8D-4FD5-8E3E-2CC959266896}" type="presParOf" srcId="{0039BC79-2AB7-41B5-81BC-3A5444FD6BCF}" destId="{D86113FF-7A26-41A1-8BB7-E3BD79B282C4}" srcOrd="2" destOrd="0" presId="urn:microsoft.com/office/officeart/2018/2/layout/IconVerticalSolidList"/>
    <dgm:cxn modelId="{9D778B40-A649-45D3-BD33-43840B720A84}" type="presParOf" srcId="{0039BC79-2AB7-41B5-81BC-3A5444FD6BCF}" destId="{086FC027-0293-47A1-95DE-D938E8FC6CAA}" srcOrd="3" destOrd="0" presId="urn:microsoft.com/office/officeart/2018/2/layout/IconVerticalSolidList"/>
    <dgm:cxn modelId="{6F046A93-50AF-492E-ADF7-24D2C19D8F1D}" type="presParOf" srcId="{0A8FB0A3-12BD-4713-83FA-9DE92A734F79}" destId="{C9D949CF-3B63-4991-9780-AE5D7F144266}" srcOrd="1" destOrd="0" presId="urn:microsoft.com/office/officeart/2018/2/layout/IconVerticalSolidList"/>
    <dgm:cxn modelId="{DEE864D0-E0CE-4DC0-80CC-D7C23DA4B6A7}" type="presParOf" srcId="{0A8FB0A3-12BD-4713-83FA-9DE92A734F79}" destId="{FF98CB36-F42C-455E-8699-60DC3A94E346}" srcOrd="2" destOrd="0" presId="urn:microsoft.com/office/officeart/2018/2/layout/IconVerticalSolidList"/>
    <dgm:cxn modelId="{B1A11DBB-971E-4BC9-A9C8-5E0AE36D349D}" type="presParOf" srcId="{FF98CB36-F42C-455E-8699-60DC3A94E346}" destId="{D036B65A-8C3B-4A08-8F86-7D7039A288DF}" srcOrd="0" destOrd="0" presId="urn:microsoft.com/office/officeart/2018/2/layout/IconVerticalSolidList"/>
    <dgm:cxn modelId="{4CA7CCCE-0154-4D41-9D7A-75C2BD50E9F5}" type="presParOf" srcId="{FF98CB36-F42C-455E-8699-60DC3A94E346}" destId="{AA92A823-97A0-431E-BD77-D416E2C07E88}" srcOrd="1" destOrd="0" presId="urn:microsoft.com/office/officeart/2018/2/layout/IconVerticalSolidList"/>
    <dgm:cxn modelId="{B3730D0F-6094-478B-9823-B9255D03FA30}" type="presParOf" srcId="{FF98CB36-F42C-455E-8699-60DC3A94E346}" destId="{919FD018-CAB2-4A83-BBB2-7C62F527C469}" srcOrd="2" destOrd="0" presId="urn:microsoft.com/office/officeart/2018/2/layout/IconVerticalSolidList"/>
    <dgm:cxn modelId="{31A4E746-B2C5-439D-BD52-CECEA69BD19C}" type="presParOf" srcId="{FF98CB36-F42C-455E-8699-60DC3A94E346}" destId="{AF453ACD-1137-4B12-B9EB-10DF2B111A8C}" srcOrd="3" destOrd="0" presId="urn:microsoft.com/office/officeart/2018/2/layout/IconVerticalSolidList"/>
    <dgm:cxn modelId="{2B74DFB8-E8FD-43A7-A0CA-1898F13DBC90}" type="presParOf" srcId="{0A8FB0A3-12BD-4713-83FA-9DE92A734F79}" destId="{57AC1489-3A87-4C57-A2B0-177D0B178FDF}" srcOrd="3" destOrd="0" presId="urn:microsoft.com/office/officeart/2018/2/layout/IconVerticalSolidList"/>
    <dgm:cxn modelId="{C9C64525-E6B0-4414-9868-D8DD9F748506}" type="presParOf" srcId="{0A8FB0A3-12BD-4713-83FA-9DE92A734F79}" destId="{0839D424-3A06-483D-A2C1-B9A8EA2075FA}" srcOrd="4" destOrd="0" presId="urn:microsoft.com/office/officeart/2018/2/layout/IconVerticalSolidList"/>
    <dgm:cxn modelId="{ED061F96-5234-4F1F-B514-F188D77DFF80}" type="presParOf" srcId="{0839D424-3A06-483D-A2C1-B9A8EA2075FA}" destId="{701BF9CC-8AE0-4D10-9662-F26DB6671295}" srcOrd="0" destOrd="0" presId="urn:microsoft.com/office/officeart/2018/2/layout/IconVerticalSolidList"/>
    <dgm:cxn modelId="{A7CF4F6E-F80A-4ACF-828A-F63A122E3A8B}" type="presParOf" srcId="{0839D424-3A06-483D-A2C1-B9A8EA2075FA}" destId="{A9163579-CC5E-4F36-A08E-03B81B0F419E}" srcOrd="1" destOrd="0" presId="urn:microsoft.com/office/officeart/2018/2/layout/IconVerticalSolidList"/>
    <dgm:cxn modelId="{99FB691F-05A5-4621-A639-24AE440F4B91}" type="presParOf" srcId="{0839D424-3A06-483D-A2C1-B9A8EA2075FA}" destId="{2163BFF8-2988-40A9-8A87-3D268749F91F}" srcOrd="2" destOrd="0" presId="urn:microsoft.com/office/officeart/2018/2/layout/IconVerticalSolidList"/>
    <dgm:cxn modelId="{ABBD417B-3E77-4BDE-A04B-D6023BE5EE95}" type="presParOf" srcId="{0839D424-3A06-483D-A2C1-B9A8EA2075FA}" destId="{E2E7B1F5-82A1-49F2-B2B8-50297E810772}" srcOrd="3" destOrd="0" presId="urn:microsoft.com/office/officeart/2018/2/layout/IconVerticalSolidList"/>
    <dgm:cxn modelId="{2CE09559-D7E7-4D23-8F9D-C397D1DA84E9}" type="presParOf" srcId="{0A8FB0A3-12BD-4713-83FA-9DE92A734F79}" destId="{E1C580CE-7399-4B99-8C6D-A89A76A4BEE4}" srcOrd="5" destOrd="0" presId="urn:microsoft.com/office/officeart/2018/2/layout/IconVerticalSolidList"/>
    <dgm:cxn modelId="{C4C9D9BF-5EC6-453C-8CC8-88A255C05EFD}" type="presParOf" srcId="{0A8FB0A3-12BD-4713-83FA-9DE92A734F79}" destId="{EB78DFEA-C78B-406F-A77C-A7DE922FB770}" srcOrd="6" destOrd="0" presId="urn:microsoft.com/office/officeart/2018/2/layout/IconVerticalSolidList"/>
    <dgm:cxn modelId="{78639CE5-A4F5-4E36-A261-8C7E416628AC}" type="presParOf" srcId="{EB78DFEA-C78B-406F-A77C-A7DE922FB770}" destId="{A325A891-10DB-4EC4-B784-B93EA7F75575}" srcOrd="0" destOrd="0" presId="urn:microsoft.com/office/officeart/2018/2/layout/IconVerticalSolidList"/>
    <dgm:cxn modelId="{84DF02E6-38C5-41A8-AEB8-2216DBACD061}" type="presParOf" srcId="{EB78DFEA-C78B-406F-A77C-A7DE922FB770}" destId="{11B67114-7E44-42F6-9AE8-212DBBEA06F9}" srcOrd="1" destOrd="0" presId="urn:microsoft.com/office/officeart/2018/2/layout/IconVerticalSolidList"/>
    <dgm:cxn modelId="{1D8848F7-6A71-4764-A2CC-5237387A0BA6}" type="presParOf" srcId="{EB78DFEA-C78B-406F-A77C-A7DE922FB770}" destId="{484D652A-CAD6-49DD-889B-FE82121FDB40}" srcOrd="2" destOrd="0" presId="urn:microsoft.com/office/officeart/2018/2/layout/IconVerticalSolidList"/>
    <dgm:cxn modelId="{6299BFB1-7BED-4A7E-AA6F-345762F14714}" type="presParOf" srcId="{EB78DFEA-C78B-406F-A77C-A7DE922FB770}" destId="{763C264B-0F05-4B87-B143-CD9A6292AA4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4F01B21-4B2B-4440-BE52-1C3F7F6DB3C2}" type="doc">
      <dgm:prSet loTypeId="urn:microsoft.com/office/officeart/2008/layout/LinedList" loCatId="list" qsTypeId="urn:microsoft.com/office/officeart/2005/8/quickstyle/simple4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030F7E96-961A-47FC-BDAF-D39BA4C45730}">
      <dgm:prSet/>
      <dgm:spPr/>
      <dgm:t>
        <a:bodyPr/>
        <a:lstStyle/>
        <a:p>
          <a:r>
            <a:rPr lang="de-DE" b="1" i="0" baseline="0"/>
            <a:t>Generalisierung:</a:t>
          </a:r>
          <a:r>
            <a:rPr lang="de-DE" b="0" i="0" baseline="0"/>
            <a:t> Kategorie &amp; altersfreigabe statt komplexer Vererbung (Tabak, Presse).</a:t>
          </a:r>
          <a:endParaRPr lang="en-US"/>
        </a:p>
      </dgm:t>
    </dgm:pt>
    <dgm:pt modelId="{416983EF-E04F-4282-9D69-97C4B317EA6D}" type="parTrans" cxnId="{8510D7F8-3EDC-46C4-AABF-EDD3D748F6BE}">
      <dgm:prSet/>
      <dgm:spPr/>
      <dgm:t>
        <a:bodyPr/>
        <a:lstStyle/>
        <a:p>
          <a:endParaRPr lang="en-US"/>
        </a:p>
      </dgm:t>
    </dgm:pt>
    <dgm:pt modelId="{A91EBC94-D892-484A-9786-3BA7EBB43602}" type="sibTrans" cxnId="{8510D7F8-3EDC-46C4-AABF-EDD3D748F6BE}">
      <dgm:prSet/>
      <dgm:spPr/>
      <dgm:t>
        <a:bodyPr/>
        <a:lstStyle/>
        <a:p>
          <a:endParaRPr lang="en-US"/>
        </a:p>
      </dgm:t>
    </dgm:pt>
    <dgm:pt modelId="{AC9A0228-CF8B-41D4-A469-004913BEAC1F}">
      <dgm:prSet/>
      <dgm:spPr/>
      <dgm:t>
        <a:bodyPr/>
        <a:lstStyle/>
        <a:p>
          <a:r>
            <a:rPr lang="de-DE" b="1" i="0" baseline="0"/>
            <a:t>m:n-Auflösungen:</a:t>
          </a:r>
          <a:r>
            <a:rPr lang="de-DE" b="0" i="0" baseline="0"/>
            <a:t> Verkaufsposition, Bestellposition, Zeitschriften_Abo.</a:t>
          </a:r>
          <a:endParaRPr lang="en-US"/>
        </a:p>
      </dgm:t>
    </dgm:pt>
    <dgm:pt modelId="{0A8E4BAE-0967-47FE-920D-39CBD3D6796A}" type="parTrans" cxnId="{5DC18753-3C65-464A-8D8A-E6D05A373FE2}">
      <dgm:prSet/>
      <dgm:spPr/>
      <dgm:t>
        <a:bodyPr/>
        <a:lstStyle/>
        <a:p>
          <a:endParaRPr lang="en-US"/>
        </a:p>
      </dgm:t>
    </dgm:pt>
    <dgm:pt modelId="{964171C8-9619-47D6-888F-007226088CA3}" type="sibTrans" cxnId="{5DC18753-3C65-464A-8D8A-E6D05A373FE2}">
      <dgm:prSet/>
      <dgm:spPr/>
      <dgm:t>
        <a:bodyPr/>
        <a:lstStyle/>
        <a:p>
          <a:endParaRPr lang="en-US"/>
        </a:p>
      </dgm:t>
    </dgm:pt>
    <dgm:pt modelId="{3B8B54D1-C977-45BD-ABAD-156928E3E8FC}">
      <dgm:prSet/>
      <dgm:spPr/>
      <dgm:t>
        <a:bodyPr/>
        <a:lstStyle/>
        <a:p>
          <a:r>
            <a:rPr lang="de-DE" b="1" i="0" baseline="0"/>
            <a:t>Komposition:</a:t>
          </a:r>
          <a:r>
            <a:rPr lang="de-DE" b="0" i="0" baseline="0"/>
            <a:t> Starke Existenzabhängigkeit der Positionstabellen zu den Kopfdaten.</a:t>
          </a:r>
          <a:endParaRPr lang="en-US"/>
        </a:p>
      </dgm:t>
    </dgm:pt>
    <dgm:pt modelId="{60537274-22D9-44F7-9138-B59E3543DE77}" type="parTrans" cxnId="{A526492B-07AE-4289-8CEB-F7D2E03974C1}">
      <dgm:prSet/>
      <dgm:spPr/>
      <dgm:t>
        <a:bodyPr/>
        <a:lstStyle/>
        <a:p>
          <a:endParaRPr lang="en-US"/>
        </a:p>
      </dgm:t>
    </dgm:pt>
    <dgm:pt modelId="{9F81D32A-2A73-4BD5-95EA-AFF09D515F16}" type="sibTrans" cxnId="{A526492B-07AE-4289-8CEB-F7D2E03974C1}">
      <dgm:prSet/>
      <dgm:spPr/>
      <dgm:t>
        <a:bodyPr/>
        <a:lstStyle/>
        <a:p>
          <a:endParaRPr lang="en-US"/>
        </a:p>
      </dgm:t>
    </dgm:pt>
    <dgm:pt modelId="{D6B04A4E-38AA-4FE4-B119-DB57BACAB013}" type="pres">
      <dgm:prSet presAssocID="{C4F01B21-4B2B-4440-BE52-1C3F7F6DB3C2}" presName="vert0" presStyleCnt="0">
        <dgm:presLayoutVars>
          <dgm:dir/>
          <dgm:animOne val="branch"/>
          <dgm:animLvl val="lvl"/>
        </dgm:presLayoutVars>
      </dgm:prSet>
      <dgm:spPr/>
    </dgm:pt>
    <dgm:pt modelId="{7278340D-16CB-4C1B-805D-B9F35957306D}" type="pres">
      <dgm:prSet presAssocID="{030F7E96-961A-47FC-BDAF-D39BA4C45730}" presName="thickLine" presStyleLbl="alignNode1" presStyleIdx="0" presStyleCnt="3"/>
      <dgm:spPr/>
    </dgm:pt>
    <dgm:pt modelId="{B4B04BF4-707D-4800-9D07-32C713AD3759}" type="pres">
      <dgm:prSet presAssocID="{030F7E96-961A-47FC-BDAF-D39BA4C45730}" presName="horz1" presStyleCnt="0"/>
      <dgm:spPr/>
    </dgm:pt>
    <dgm:pt modelId="{64AC0A09-CE80-4D00-8CC8-1822EBE591E7}" type="pres">
      <dgm:prSet presAssocID="{030F7E96-961A-47FC-BDAF-D39BA4C45730}" presName="tx1" presStyleLbl="revTx" presStyleIdx="0" presStyleCnt="3"/>
      <dgm:spPr/>
    </dgm:pt>
    <dgm:pt modelId="{38BE5842-BBF6-4D9D-8F94-87A219179F51}" type="pres">
      <dgm:prSet presAssocID="{030F7E96-961A-47FC-BDAF-D39BA4C45730}" presName="vert1" presStyleCnt="0"/>
      <dgm:spPr/>
    </dgm:pt>
    <dgm:pt modelId="{50B10330-0EDC-4618-8A68-43E226EB7FC2}" type="pres">
      <dgm:prSet presAssocID="{AC9A0228-CF8B-41D4-A469-004913BEAC1F}" presName="thickLine" presStyleLbl="alignNode1" presStyleIdx="1" presStyleCnt="3"/>
      <dgm:spPr/>
    </dgm:pt>
    <dgm:pt modelId="{F25F55C5-585E-4C9C-A7A2-EAD53A8C0BE2}" type="pres">
      <dgm:prSet presAssocID="{AC9A0228-CF8B-41D4-A469-004913BEAC1F}" presName="horz1" presStyleCnt="0"/>
      <dgm:spPr/>
    </dgm:pt>
    <dgm:pt modelId="{48A5E82F-9F7F-4272-873F-93D0E35CE556}" type="pres">
      <dgm:prSet presAssocID="{AC9A0228-CF8B-41D4-A469-004913BEAC1F}" presName="tx1" presStyleLbl="revTx" presStyleIdx="1" presStyleCnt="3"/>
      <dgm:spPr/>
    </dgm:pt>
    <dgm:pt modelId="{9A670DB1-26C3-4328-8F61-AE151062C07C}" type="pres">
      <dgm:prSet presAssocID="{AC9A0228-CF8B-41D4-A469-004913BEAC1F}" presName="vert1" presStyleCnt="0"/>
      <dgm:spPr/>
    </dgm:pt>
    <dgm:pt modelId="{B98EFD32-45E1-4496-A3BC-424AB4AA07F2}" type="pres">
      <dgm:prSet presAssocID="{3B8B54D1-C977-45BD-ABAD-156928E3E8FC}" presName="thickLine" presStyleLbl="alignNode1" presStyleIdx="2" presStyleCnt="3"/>
      <dgm:spPr/>
    </dgm:pt>
    <dgm:pt modelId="{71C2868B-129D-4AE8-81BC-901A7A438686}" type="pres">
      <dgm:prSet presAssocID="{3B8B54D1-C977-45BD-ABAD-156928E3E8FC}" presName="horz1" presStyleCnt="0"/>
      <dgm:spPr/>
    </dgm:pt>
    <dgm:pt modelId="{0AD39CBC-73CB-495B-84EE-1A0C6F21D777}" type="pres">
      <dgm:prSet presAssocID="{3B8B54D1-C977-45BD-ABAD-156928E3E8FC}" presName="tx1" presStyleLbl="revTx" presStyleIdx="2" presStyleCnt="3"/>
      <dgm:spPr/>
    </dgm:pt>
    <dgm:pt modelId="{2B024ED5-7BAD-4490-A098-E05A32E57BE1}" type="pres">
      <dgm:prSet presAssocID="{3B8B54D1-C977-45BD-ABAD-156928E3E8FC}" presName="vert1" presStyleCnt="0"/>
      <dgm:spPr/>
    </dgm:pt>
  </dgm:ptLst>
  <dgm:cxnLst>
    <dgm:cxn modelId="{A526492B-07AE-4289-8CEB-F7D2E03974C1}" srcId="{C4F01B21-4B2B-4440-BE52-1C3F7F6DB3C2}" destId="{3B8B54D1-C977-45BD-ABAD-156928E3E8FC}" srcOrd="2" destOrd="0" parTransId="{60537274-22D9-44F7-9138-B59E3543DE77}" sibTransId="{9F81D32A-2A73-4BD5-95EA-AFF09D515F16}"/>
    <dgm:cxn modelId="{5DC18753-3C65-464A-8D8A-E6D05A373FE2}" srcId="{C4F01B21-4B2B-4440-BE52-1C3F7F6DB3C2}" destId="{AC9A0228-CF8B-41D4-A469-004913BEAC1F}" srcOrd="1" destOrd="0" parTransId="{0A8E4BAE-0967-47FE-920D-39CBD3D6796A}" sibTransId="{964171C8-9619-47D6-888F-007226088CA3}"/>
    <dgm:cxn modelId="{2DC3607A-BA72-4BC5-97B7-0378788A9AFF}" type="presOf" srcId="{3B8B54D1-C977-45BD-ABAD-156928E3E8FC}" destId="{0AD39CBC-73CB-495B-84EE-1A0C6F21D777}" srcOrd="0" destOrd="0" presId="urn:microsoft.com/office/officeart/2008/layout/LinedList"/>
    <dgm:cxn modelId="{B29B6FA3-AD48-4CC5-B8ED-A73292FD9C8E}" type="presOf" srcId="{AC9A0228-CF8B-41D4-A469-004913BEAC1F}" destId="{48A5E82F-9F7F-4272-873F-93D0E35CE556}" srcOrd="0" destOrd="0" presId="urn:microsoft.com/office/officeart/2008/layout/LinedList"/>
    <dgm:cxn modelId="{ADE413C1-85A5-4AF7-8B9C-011CAF6A31D7}" type="presOf" srcId="{C4F01B21-4B2B-4440-BE52-1C3F7F6DB3C2}" destId="{D6B04A4E-38AA-4FE4-B119-DB57BACAB013}" srcOrd="0" destOrd="0" presId="urn:microsoft.com/office/officeart/2008/layout/LinedList"/>
    <dgm:cxn modelId="{FD84B0F4-EA20-40B4-8659-35A9E9EE144B}" type="presOf" srcId="{030F7E96-961A-47FC-BDAF-D39BA4C45730}" destId="{64AC0A09-CE80-4D00-8CC8-1822EBE591E7}" srcOrd="0" destOrd="0" presId="urn:microsoft.com/office/officeart/2008/layout/LinedList"/>
    <dgm:cxn modelId="{8510D7F8-3EDC-46C4-AABF-EDD3D748F6BE}" srcId="{C4F01B21-4B2B-4440-BE52-1C3F7F6DB3C2}" destId="{030F7E96-961A-47FC-BDAF-D39BA4C45730}" srcOrd="0" destOrd="0" parTransId="{416983EF-E04F-4282-9D69-97C4B317EA6D}" sibTransId="{A91EBC94-D892-484A-9786-3BA7EBB43602}"/>
    <dgm:cxn modelId="{D75799C4-084E-42D8-A513-18E58387C380}" type="presParOf" srcId="{D6B04A4E-38AA-4FE4-B119-DB57BACAB013}" destId="{7278340D-16CB-4C1B-805D-B9F35957306D}" srcOrd="0" destOrd="0" presId="urn:microsoft.com/office/officeart/2008/layout/LinedList"/>
    <dgm:cxn modelId="{DBC4AFE5-9B47-47A6-A666-F6FDBF5D129C}" type="presParOf" srcId="{D6B04A4E-38AA-4FE4-B119-DB57BACAB013}" destId="{B4B04BF4-707D-4800-9D07-32C713AD3759}" srcOrd="1" destOrd="0" presId="urn:microsoft.com/office/officeart/2008/layout/LinedList"/>
    <dgm:cxn modelId="{2B4AEA23-2E0F-49B1-905B-9BF213AC8BF5}" type="presParOf" srcId="{B4B04BF4-707D-4800-9D07-32C713AD3759}" destId="{64AC0A09-CE80-4D00-8CC8-1822EBE591E7}" srcOrd="0" destOrd="0" presId="urn:microsoft.com/office/officeart/2008/layout/LinedList"/>
    <dgm:cxn modelId="{B6F3F379-E716-41E2-8D64-82773AA35D58}" type="presParOf" srcId="{B4B04BF4-707D-4800-9D07-32C713AD3759}" destId="{38BE5842-BBF6-4D9D-8F94-87A219179F51}" srcOrd="1" destOrd="0" presId="urn:microsoft.com/office/officeart/2008/layout/LinedList"/>
    <dgm:cxn modelId="{49EAC60F-35D0-47B8-99FA-AEBA7E5FDA6D}" type="presParOf" srcId="{D6B04A4E-38AA-4FE4-B119-DB57BACAB013}" destId="{50B10330-0EDC-4618-8A68-43E226EB7FC2}" srcOrd="2" destOrd="0" presId="urn:microsoft.com/office/officeart/2008/layout/LinedList"/>
    <dgm:cxn modelId="{55178606-5EB2-4484-89AB-29E0556E021D}" type="presParOf" srcId="{D6B04A4E-38AA-4FE4-B119-DB57BACAB013}" destId="{F25F55C5-585E-4C9C-A7A2-EAD53A8C0BE2}" srcOrd="3" destOrd="0" presId="urn:microsoft.com/office/officeart/2008/layout/LinedList"/>
    <dgm:cxn modelId="{5FBCB3B2-E0B4-4DD3-BCA7-C57FB65D89D5}" type="presParOf" srcId="{F25F55C5-585E-4C9C-A7A2-EAD53A8C0BE2}" destId="{48A5E82F-9F7F-4272-873F-93D0E35CE556}" srcOrd="0" destOrd="0" presId="urn:microsoft.com/office/officeart/2008/layout/LinedList"/>
    <dgm:cxn modelId="{954CC644-80FE-4B98-859A-A5519ACECD93}" type="presParOf" srcId="{F25F55C5-585E-4C9C-A7A2-EAD53A8C0BE2}" destId="{9A670DB1-26C3-4328-8F61-AE151062C07C}" srcOrd="1" destOrd="0" presId="urn:microsoft.com/office/officeart/2008/layout/LinedList"/>
    <dgm:cxn modelId="{1F388846-0D31-49DE-9842-54EAC83CD0D0}" type="presParOf" srcId="{D6B04A4E-38AA-4FE4-B119-DB57BACAB013}" destId="{B98EFD32-45E1-4496-A3BC-424AB4AA07F2}" srcOrd="4" destOrd="0" presId="urn:microsoft.com/office/officeart/2008/layout/LinedList"/>
    <dgm:cxn modelId="{5F1CBA4A-D7BF-4B55-83D8-A86F9732A4DB}" type="presParOf" srcId="{D6B04A4E-38AA-4FE4-B119-DB57BACAB013}" destId="{71C2868B-129D-4AE8-81BC-901A7A438686}" srcOrd="5" destOrd="0" presId="urn:microsoft.com/office/officeart/2008/layout/LinedList"/>
    <dgm:cxn modelId="{8B4E56D5-D18F-4BEC-BDE7-41693D254FC0}" type="presParOf" srcId="{71C2868B-129D-4AE8-81BC-901A7A438686}" destId="{0AD39CBC-73CB-495B-84EE-1A0C6F21D777}" srcOrd="0" destOrd="0" presId="urn:microsoft.com/office/officeart/2008/layout/LinedList"/>
    <dgm:cxn modelId="{D5D3FF33-906E-4BF6-9F12-2E6D19A27459}" type="presParOf" srcId="{71C2868B-129D-4AE8-81BC-901A7A438686}" destId="{2B024ED5-7BAD-4490-A098-E05A32E57BE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8F540B-6C3C-4C03-9FBF-23428BE26BC3}">
      <dsp:nvSpPr>
        <dsp:cNvPr id="0" name=""/>
        <dsp:cNvSpPr/>
      </dsp:nvSpPr>
      <dsp:spPr>
        <a:xfrm>
          <a:off x="0" y="1912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ED52F0-74B7-4694-B7A7-1BC044FCC027}">
      <dsp:nvSpPr>
        <dsp:cNvPr id="0" name=""/>
        <dsp:cNvSpPr/>
      </dsp:nvSpPr>
      <dsp:spPr>
        <a:xfrm>
          <a:off x="293144" y="219953"/>
          <a:ext cx="532990" cy="53299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6FC027-0293-47A1-95DE-D938E8FC6CAA}">
      <dsp:nvSpPr>
        <dsp:cNvPr id="0" name=""/>
        <dsp:cNvSpPr/>
      </dsp:nvSpPr>
      <dsp:spPr>
        <a:xfrm>
          <a:off x="1119280" y="1912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Schnelle und fehlerfreie Erfassung am Point of Sale (Kassensystem).</a:t>
          </a:r>
          <a:endParaRPr lang="en-US" sz="2200" kern="1200"/>
        </a:p>
      </dsp:txBody>
      <dsp:txXfrm>
        <a:off x="1119280" y="1912"/>
        <a:ext cx="5564094" cy="969073"/>
      </dsp:txXfrm>
    </dsp:sp>
    <dsp:sp modelId="{D036B65A-8C3B-4A08-8F86-7D7039A288DF}">
      <dsp:nvSpPr>
        <dsp:cNvPr id="0" name=""/>
        <dsp:cNvSpPr/>
      </dsp:nvSpPr>
      <dsp:spPr>
        <a:xfrm>
          <a:off x="0" y="1213254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92A823-97A0-431E-BD77-D416E2C07E88}">
      <dsp:nvSpPr>
        <dsp:cNvPr id="0" name=""/>
        <dsp:cNvSpPr/>
      </dsp:nvSpPr>
      <dsp:spPr>
        <a:xfrm>
          <a:off x="293144" y="1431296"/>
          <a:ext cx="532990" cy="53299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453ACD-1137-4B12-B9EB-10DF2B111A8C}">
      <dsp:nvSpPr>
        <dsp:cNvPr id="0" name=""/>
        <dsp:cNvSpPr/>
      </dsp:nvSpPr>
      <dsp:spPr>
        <a:xfrm>
          <a:off x="1119280" y="1213254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Strikte gesetzliche Alterskontrolle bei Tabak und Glücksspiel.</a:t>
          </a:r>
          <a:endParaRPr lang="en-US" sz="2200" kern="1200"/>
        </a:p>
      </dsp:txBody>
      <dsp:txXfrm>
        <a:off x="1119280" y="1213254"/>
        <a:ext cx="5564094" cy="969073"/>
      </dsp:txXfrm>
    </dsp:sp>
    <dsp:sp modelId="{701BF9CC-8AE0-4D10-9662-F26DB6671295}">
      <dsp:nvSpPr>
        <dsp:cNvPr id="0" name=""/>
        <dsp:cNvSpPr/>
      </dsp:nvSpPr>
      <dsp:spPr>
        <a:xfrm>
          <a:off x="0" y="2424596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163579-CC5E-4F36-A08E-03B81B0F419E}">
      <dsp:nvSpPr>
        <dsp:cNvPr id="0" name=""/>
        <dsp:cNvSpPr/>
      </dsp:nvSpPr>
      <dsp:spPr>
        <a:xfrm>
          <a:off x="293144" y="2642638"/>
          <a:ext cx="532990" cy="53299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E7B1F5-82A1-49F2-B2B8-50297E810772}">
      <dsp:nvSpPr>
        <dsp:cNvPr id="0" name=""/>
        <dsp:cNvSpPr/>
      </dsp:nvSpPr>
      <dsp:spPr>
        <a:xfrm>
          <a:off x="1119280" y="2424596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Verwaltung von Zeitschriften-Abos für Stammkunden.</a:t>
          </a:r>
          <a:endParaRPr lang="en-US" sz="2200" kern="1200"/>
        </a:p>
      </dsp:txBody>
      <dsp:txXfrm>
        <a:off x="1119280" y="2424596"/>
        <a:ext cx="5564094" cy="969073"/>
      </dsp:txXfrm>
    </dsp:sp>
    <dsp:sp modelId="{A325A891-10DB-4EC4-B784-B93EA7F75575}">
      <dsp:nvSpPr>
        <dsp:cNvPr id="0" name=""/>
        <dsp:cNvSpPr/>
      </dsp:nvSpPr>
      <dsp:spPr>
        <a:xfrm>
          <a:off x="0" y="3635939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B67114-7E44-42F6-9AE8-212DBBEA06F9}">
      <dsp:nvSpPr>
        <dsp:cNvPr id="0" name=""/>
        <dsp:cNvSpPr/>
      </dsp:nvSpPr>
      <dsp:spPr>
        <a:xfrm>
          <a:off x="293144" y="3853980"/>
          <a:ext cx="532990" cy="53299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3C264B-0F05-4B87-B143-CD9A6292AA4E}">
      <dsp:nvSpPr>
        <dsp:cNvPr id="0" name=""/>
        <dsp:cNvSpPr/>
      </dsp:nvSpPr>
      <dsp:spPr>
        <a:xfrm>
          <a:off x="1119280" y="3635939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Strukturiertes Bestellwesen bei Großhändlern.</a:t>
          </a:r>
          <a:endParaRPr lang="en-US" sz="2200" kern="1200"/>
        </a:p>
      </dsp:txBody>
      <dsp:txXfrm>
        <a:off x="1119280" y="3635939"/>
        <a:ext cx="5564094" cy="9690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78340D-16CB-4C1B-805D-B9F35957306D}">
      <dsp:nvSpPr>
        <dsp:cNvPr id="0" name=""/>
        <dsp:cNvSpPr/>
      </dsp:nvSpPr>
      <dsp:spPr>
        <a:xfrm>
          <a:off x="0" y="2249"/>
          <a:ext cx="668337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4AC0A09-CE80-4D00-8CC8-1822EBE591E7}">
      <dsp:nvSpPr>
        <dsp:cNvPr id="0" name=""/>
        <dsp:cNvSpPr/>
      </dsp:nvSpPr>
      <dsp:spPr>
        <a:xfrm>
          <a:off x="0" y="2249"/>
          <a:ext cx="6683374" cy="15341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b="1" i="0" kern="1200" baseline="0"/>
            <a:t>Generalisierung:</a:t>
          </a:r>
          <a:r>
            <a:rPr lang="de-DE" sz="3400" b="0" i="0" kern="1200" baseline="0"/>
            <a:t> Kategorie &amp; altersfreigabe statt komplexer Vererbung (Tabak, Presse).</a:t>
          </a:r>
          <a:endParaRPr lang="en-US" sz="3400" kern="1200"/>
        </a:p>
      </dsp:txBody>
      <dsp:txXfrm>
        <a:off x="0" y="2249"/>
        <a:ext cx="6683374" cy="1534142"/>
      </dsp:txXfrm>
    </dsp:sp>
    <dsp:sp modelId="{50B10330-0EDC-4618-8A68-43E226EB7FC2}">
      <dsp:nvSpPr>
        <dsp:cNvPr id="0" name=""/>
        <dsp:cNvSpPr/>
      </dsp:nvSpPr>
      <dsp:spPr>
        <a:xfrm>
          <a:off x="0" y="1536391"/>
          <a:ext cx="668337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8A5E82F-9F7F-4272-873F-93D0E35CE556}">
      <dsp:nvSpPr>
        <dsp:cNvPr id="0" name=""/>
        <dsp:cNvSpPr/>
      </dsp:nvSpPr>
      <dsp:spPr>
        <a:xfrm>
          <a:off x="0" y="1536391"/>
          <a:ext cx="6683374" cy="15341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b="1" i="0" kern="1200" baseline="0"/>
            <a:t>m:n-Auflösungen:</a:t>
          </a:r>
          <a:r>
            <a:rPr lang="de-DE" sz="3400" b="0" i="0" kern="1200" baseline="0"/>
            <a:t> Verkaufsposition, Bestellposition, Zeitschriften_Abo.</a:t>
          </a:r>
          <a:endParaRPr lang="en-US" sz="3400" kern="1200"/>
        </a:p>
      </dsp:txBody>
      <dsp:txXfrm>
        <a:off x="0" y="1536391"/>
        <a:ext cx="6683374" cy="1534142"/>
      </dsp:txXfrm>
    </dsp:sp>
    <dsp:sp modelId="{B98EFD32-45E1-4496-A3BC-424AB4AA07F2}">
      <dsp:nvSpPr>
        <dsp:cNvPr id="0" name=""/>
        <dsp:cNvSpPr/>
      </dsp:nvSpPr>
      <dsp:spPr>
        <a:xfrm>
          <a:off x="0" y="3070533"/>
          <a:ext cx="668337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AD39CBC-73CB-495B-84EE-1A0C6F21D777}">
      <dsp:nvSpPr>
        <dsp:cNvPr id="0" name=""/>
        <dsp:cNvSpPr/>
      </dsp:nvSpPr>
      <dsp:spPr>
        <a:xfrm>
          <a:off x="0" y="3070533"/>
          <a:ext cx="6683374" cy="15341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b="1" i="0" kern="1200" baseline="0"/>
            <a:t>Komposition:</a:t>
          </a:r>
          <a:r>
            <a:rPr lang="de-DE" sz="3400" b="0" i="0" kern="1200" baseline="0"/>
            <a:t> Starke Existenzabhängigkeit der Positionstabellen zu den Kopfdaten.</a:t>
          </a:r>
          <a:endParaRPr lang="en-US" sz="3400" kern="1200"/>
        </a:p>
      </dsp:txBody>
      <dsp:txXfrm>
        <a:off x="0" y="3070533"/>
        <a:ext cx="6683374" cy="15341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44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2378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4891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9286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9288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7591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2557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1250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513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73656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37999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596078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925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22840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9550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3300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76248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6692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AB4A5B31-C8C7-4C22-B0E9-873766B6517D}" type="datetimeFigureOut">
              <a:rPr lang="de-DE" smtClean="0"/>
              <a:t>17.03.2026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1462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7" name="Rectangle 5126">
            <a:extLst>
              <a:ext uri="{FF2B5EF4-FFF2-40B4-BE49-F238E27FC236}">
                <a16:creationId xmlns:a16="http://schemas.microsoft.com/office/drawing/2014/main" id="{B40FCD49-2060-48B9-8212-8A5F1DF47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2" name="Picture 2" descr="Vintage österreichisches Tabak Trafik Schild Vor Blauem Himmel  Redaktionelles Stockfotografie - Bild von system, platz: 373299627">
            <a:extLst>
              <a:ext uri="{FF2B5EF4-FFF2-40B4-BE49-F238E27FC236}">
                <a16:creationId xmlns:a16="http://schemas.microsoft.com/office/drawing/2014/main" id="{36B335E5-9939-D635-7C08-77EA9E44AF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13" b="4687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9" name="Picture 5128">
            <a:extLst>
              <a:ext uri="{FF2B5EF4-FFF2-40B4-BE49-F238E27FC236}">
                <a16:creationId xmlns:a16="http://schemas.microsoft.com/office/drawing/2014/main" id="{83A45DCD-B5FB-4A86-88D2-91088C7FF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D6D3CC6-BE9A-8AE6-AC75-8673672CE4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>
            <a:normAutofit/>
          </a:bodyPr>
          <a:lstStyle/>
          <a:p>
            <a:r>
              <a:rPr lang="de-AT" dirty="0"/>
              <a:t>Datenmodellierung einer Trafik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3280632-F73C-E3A4-473B-8E20B9824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/>
          <a:p>
            <a:r>
              <a:rPr lang="de-AT">
                <a:solidFill>
                  <a:schemeClr val="tx1">
                    <a:lumMod val="65000"/>
                    <a:lumOff val="35000"/>
                  </a:schemeClr>
                </a:solidFill>
              </a:rPr>
              <a:t>Team: Andreas, Michael, Leonhard</a:t>
            </a:r>
            <a:endParaRPr lang="de-DE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46642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3FD9B43-ACBC-6E7F-C5B2-6CF7BEAB7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314450"/>
            <a:ext cx="2844002" cy="3680244"/>
          </a:xfrm>
        </p:spPr>
        <p:txBody>
          <a:bodyPr>
            <a:normAutofit/>
          </a:bodyPr>
          <a:lstStyle/>
          <a:p>
            <a:pPr algn="l"/>
            <a:r>
              <a:rPr lang="de-AT" sz="2400" b="1"/>
              <a:t>Identifizierte Anforderungen</a:t>
            </a:r>
            <a:br>
              <a:rPr lang="de-AT" sz="2400" b="1"/>
            </a:br>
            <a:endParaRPr lang="de-DE" sz="240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  <p:graphicFrame>
        <p:nvGraphicFramePr>
          <p:cNvPr id="12" name="Rectangle 1">
            <a:extLst>
              <a:ext uri="{FF2B5EF4-FFF2-40B4-BE49-F238E27FC236}">
                <a16:creationId xmlns:a16="http://schemas.microsoft.com/office/drawing/2014/main" id="{EEBBCF3F-0AD9-00E4-6EA6-FBE7F98224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1004394"/>
              </p:ext>
            </p:extLst>
          </p:nvPr>
        </p:nvGraphicFramePr>
        <p:xfrm>
          <a:off x="4594225" y="889000"/>
          <a:ext cx="6683375" cy="4606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372962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25496B42-CC46-4183-B481-887CD3E8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758CE0-F916-4DCE-88D1-71430BE44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1CA2540-FD07-4286-91E4-8D0DE4E50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D2890D6-FEDF-436B-B93D-A8C9FBFC1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007" y="1925053"/>
            <a:ext cx="2048425" cy="19316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800" dirty="0"/>
              <a:t>ERD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14924F5-CDC2-4DFA-82F3-4843ADD67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95" t="89389" r="26987" b="24"/>
          <a:stretch/>
        </p:blipFill>
        <p:spPr>
          <a:xfrm flipH="1">
            <a:off x="0" y="-1"/>
            <a:ext cx="2596444" cy="87270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ED59812-6820-446C-B994-0D059C97D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927" t="72411" b="13751"/>
          <a:stretch/>
        </p:blipFill>
        <p:spPr>
          <a:xfrm>
            <a:off x="10473994" y="5564567"/>
            <a:ext cx="1341545" cy="1293433"/>
          </a:xfrm>
          <a:custGeom>
            <a:avLst/>
            <a:gdLst>
              <a:gd name="connsiteX0" fmla="*/ 0 w 1341545"/>
              <a:gd name="connsiteY0" fmla="*/ 0 h 1293433"/>
              <a:gd name="connsiteX1" fmla="*/ 1341545 w 1341545"/>
              <a:gd name="connsiteY1" fmla="*/ 0 h 1293433"/>
              <a:gd name="connsiteX2" fmla="*/ 1341545 w 1341545"/>
              <a:gd name="connsiteY2" fmla="*/ 1293433 h 1293433"/>
              <a:gd name="connsiteX3" fmla="*/ 150847 w 1341545"/>
              <a:gd name="connsiteY3" fmla="*/ 1293433 h 1293433"/>
              <a:gd name="connsiteX4" fmla="*/ 66240 w 1341545"/>
              <a:gd name="connsiteY4" fmla="*/ 1183451 h 1293433"/>
              <a:gd name="connsiteX5" fmla="*/ 0 w 1341545"/>
              <a:gd name="connsiteY5" fmla="*/ 1061841 h 129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41545" h="1293433">
                <a:moveTo>
                  <a:pt x="0" y="0"/>
                </a:moveTo>
                <a:lnTo>
                  <a:pt x="1341545" y="0"/>
                </a:lnTo>
                <a:lnTo>
                  <a:pt x="1341545" y="1293433"/>
                </a:lnTo>
                <a:lnTo>
                  <a:pt x="150847" y="1293433"/>
                </a:lnTo>
                <a:lnTo>
                  <a:pt x="66240" y="1183451"/>
                </a:lnTo>
                <a:lnTo>
                  <a:pt x="0" y="1061841"/>
                </a:lnTo>
                <a:close/>
              </a:path>
            </a:pathLst>
          </a:custGeom>
        </p:spPr>
      </p:pic>
      <p:pic>
        <p:nvPicPr>
          <p:cNvPr id="4" name="Inhaltsplatzhalter 6">
            <a:extLst>
              <a:ext uri="{FF2B5EF4-FFF2-40B4-BE49-F238E27FC236}">
                <a16:creationId xmlns:a16="http://schemas.microsoft.com/office/drawing/2014/main" id="{25A55F56-C8AA-20F2-4136-1D1AA8C4B4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rcRect b="7602"/>
          <a:stretch>
            <a:fillRect/>
          </a:stretch>
        </p:blipFill>
        <p:spPr>
          <a:xfrm>
            <a:off x="2223436" y="-2"/>
            <a:ext cx="9968564" cy="68406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844ED7C-1917-40D8-8B42-1B1C27BC5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623" t="43915" r="1" b="18252"/>
          <a:stretch/>
        </p:blipFill>
        <p:spPr>
          <a:xfrm flipH="1">
            <a:off x="0" y="3142319"/>
            <a:ext cx="4605339" cy="371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96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3F30D2C-1708-6BCA-7137-002DE5973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314450"/>
            <a:ext cx="2844002" cy="3680244"/>
          </a:xfrm>
        </p:spPr>
        <p:txBody>
          <a:bodyPr>
            <a:normAutofit/>
          </a:bodyPr>
          <a:lstStyle/>
          <a:p>
            <a:pPr algn="l"/>
            <a:r>
              <a:rPr lang="de-AT" sz="2800"/>
              <a:t>Besonderheiten des logischen Modells</a:t>
            </a:r>
            <a:endParaRPr lang="de-DE" sz="280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7F335389-BE3B-2FCB-29B2-41783A0761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6880296"/>
              </p:ext>
            </p:extLst>
          </p:nvPr>
        </p:nvGraphicFramePr>
        <p:xfrm>
          <a:off x="4594225" y="889000"/>
          <a:ext cx="6683375" cy="4606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4484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DB664-A8FA-A65E-D3D2-771AFC504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Physisches Modell &amp; Datentypen (DDL)</a:t>
            </a:r>
            <a:endParaRPr lang="de-DE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62E0BCB-2855-A994-EF5E-3F04F0DF6A8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Ein kurzer Screenshot aus eurem DDL-Skript (am besten die Tabellen 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Kunde</a:t>
            </a:r>
            <a:r>
              <a:rPr kumimoji="0" lang="de-DE" altLang="de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und 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Verkaufsposition</a:t>
            </a:r>
            <a:r>
              <a:rPr kumimoji="0" lang="de-DE" altLang="de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Markierungen bei Datentypen (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VARCHAR2</a:t>
            </a:r>
            <a:r>
              <a:rPr kumimoji="0" lang="de-DE" altLang="de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NUMBER(10,2)</a:t>
            </a:r>
            <a:r>
              <a:rPr kumimoji="0" lang="de-DE" altLang="de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und 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DEFAULT</a:t>
            </a:r>
            <a:r>
              <a:rPr kumimoji="0" lang="de-DE" altLang="de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1784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6BCE23-A81F-9D4A-73D3-E70B6F0B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Constraints &amp; Business Cases</a:t>
            </a:r>
            <a:endParaRPr lang="de-DE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A05A3DE-9E47-7B9C-51F1-4FE72A8039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Constraints: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UNIQUE (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ean_code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</a:t>
            </a:r>
            <a:r>
              <a:rPr kumimoji="0" lang="de-DE" altLang="de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CHECK (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altersfreigabe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IN (0,16,18))</a:t>
            </a:r>
            <a:r>
              <a:rPr kumimoji="0" lang="de-DE" altLang="de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Alter berechnet via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geburtsdatum</a:t>
            </a:r>
            <a:r>
              <a:rPr kumimoji="0" lang="de-DE" altLang="de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Ausblick Business Cases: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1. Kassensystem, 2. Abo-Verwaltung, 3. Bestellwesen.</a:t>
            </a:r>
          </a:p>
        </p:txBody>
      </p:sp>
    </p:spTree>
    <p:extLst>
      <p:ext uri="{BB962C8B-B14F-4D97-AF65-F5344CB8AC3E}">
        <p14:creationId xmlns:p14="http://schemas.microsoft.com/office/powerpoint/2010/main" val="711648686"/>
      </p:ext>
    </p:extLst>
  </p:cSld>
  <p:clrMapOvr>
    <a:masterClrMapping/>
  </p:clrMapOvr>
</p:sld>
</file>

<file path=ppt/theme/theme1.xml><?xml version="1.0" encoding="utf-8"?>
<a:theme xmlns:a="http://schemas.openxmlformats.org/drawingml/2006/main" name="Tropfen">
  <a:themeElements>
    <a:clrScheme name="Tropfen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Tropfen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ropfen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Ausschnitt</Template>
  <TotalTime>0</TotalTime>
  <Words>158</Words>
  <Application>Microsoft Office PowerPoint</Application>
  <PresentationFormat>Breitbild</PresentationFormat>
  <Paragraphs>18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Arial</vt:lpstr>
      <vt:lpstr>Arial Unicode MS</vt:lpstr>
      <vt:lpstr>Tw Cen MT</vt:lpstr>
      <vt:lpstr>Tropfen</vt:lpstr>
      <vt:lpstr>Datenmodellierung einer Trafik</vt:lpstr>
      <vt:lpstr>Identifizierte Anforderungen </vt:lpstr>
      <vt:lpstr>ERD</vt:lpstr>
      <vt:lpstr>Besonderheiten des logischen Modells</vt:lpstr>
      <vt:lpstr>Physisches Modell &amp; Datentypen (DDL)</vt:lpstr>
      <vt:lpstr>Constraints &amp; Business 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FRIEDL</dc:creator>
  <cp:lastModifiedBy>Michael FRIEDL</cp:lastModifiedBy>
  <cp:revision>1</cp:revision>
  <dcterms:created xsi:type="dcterms:W3CDTF">2026-03-17T19:01:22Z</dcterms:created>
  <dcterms:modified xsi:type="dcterms:W3CDTF">2026-03-17T19:18:35Z</dcterms:modified>
</cp:coreProperties>
</file>