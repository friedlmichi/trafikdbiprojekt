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09" r:id="rId1"/>
  </p:sldMasterIdLst>
  <p:sldIdLst>
    <p:sldId id="256" r:id="rId2"/>
    <p:sldId id="257" r:id="rId3"/>
    <p:sldId id="263" r:id="rId4"/>
    <p:sldId id="261" r:id="rId5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>
        <p:scale>
          <a:sx n="125" d="100"/>
          <a:sy n="125" d="100"/>
        </p:scale>
        <p:origin x="-1800" y="-2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diagrams/_rels/data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_rels/drawing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sv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image" Target="../media/image6.svg"/><Relationship Id="rId1" Type="http://schemas.openxmlformats.org/officeDocument/2006/relationships/image" Target="../media/image5.png"/><Relationship Id="rId6" Type="http://schemas.openxmlformats.org/officeDocument/2006/relationships/image" Target="../media/image10.svg"/><Relationship Id="rId5" Type="http://schemas.openxmlformats.org/officeDocument/2006/relationships/image" Target="../media/image9.png"/><Relationship Id="rId4" Type="http://schemas.openxmlformats.org/officeDocument/2006/relationships/image" Target="../media/image8.svg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18/5/colors/Iconchunking_neutralbg_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>
        <a:alpha val="0"/>
      </a:schemeClr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bg1">
        <a:lumMod val="95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CEBE3469-7C31-488A-8836-2A62A127E5DA}" type="doc">
      <dgm:prSet loTypeId="urn:microsoft.com/office/officeart/2018/2/layout/IconVerticalSolidList" loCatId="icon" qsTypeId="urn:microsoft.com/office/officeart/2005/8/quickstyle/simple1" qsCatId="simple" csTypeId="urn:microsoft.com/office/officeart/2018/5/colors/Iconchunking_neutralbg_colorful1" csCatId="colorful" phldr="1"/>
      <dgm:spPr/>
      <dgm:t>
        <a:bodyPr/>
        <a:lstStyle/>
        <a:p>
          <a:endParaRPr lang="en-US"/>
        </a:p>
      </dgm:t>
    </dgm:pt>
    <dgm:pt modelId="{50580707-3425-4014-90D4-195B14FBC168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Schnelle und fehlerfreie Erfassung am Point of Sale (Kassensystem).</a:t>
          </a:r>
          <a:endParaRPr lang="en-US"/>
        </a:p>
      </dgm:t>
    </dgm:pt>
    <dgm:pt modelId="{62FD7DD4-E93A-4D0D-AA77-074D8AF0489C}" type="parTrans" cxnId="{5353E3D6-87A6-4EAB-9C6A-27E693533D6F}">
      <dgm:prSet/>
      <dgm:spPr/>
      <dgm:t>
        <a:bodyPr/>
        <a:lstStyle/>
        <a:p>
          <a:endParaRPr lang="en-US"/>
        </a:p>
      </dgm:t>
    </dgm:pt>
    <dgm:pt modelId="{2C4D0D37-5196-4152-9883-35A13CC072A8}" type="sibTrans" cxnId="{5353E3D6-87A6-4EAB-9C6A-27E693533D6F}">
      <dgm:prSet/>
      <dgm:spPr/>
      <dgm:t>
        <a:bodyPr/>
        <a:lstStyle/>
        <a:p>
          <a:endParaRPr lang="en-US"/>
        </a:p>
      </dgm:t>
    </dgm:pt>
    <dgm:pt modelId="{31D1528E-28EF-46A9-B0C0-10FB3C7DC716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Strikte gesetzliche Alterskontrolle bei Tabak und Glücksspiel.</a:t>
          </a:r>
          <a:endParaRPr lang="en-US"/>
        </a:p>
      </dgm:t>
    </dgm:pt>
    <dgm:pt modelId="{A495F210-57A3-4A15-ADDC-64942B8C386B}" type="parTrans" cxnId="{A1FE73C1-4607-4524-BC15-0055D5570CE4}">
      <dgm:prSet/>
      <dgm:spPr/>
      <dgm:t>
        <a:bodyPr/>
        <a:lstStyle/>
        <a:p>
          <a:endParaRPr lang="en-US"/>
        </a:p>
      </dgm:t>
    </dgm:pt>
    <dgm:pt modelId="{579D4804-1ADB-4E2C-8F8D-C43EBFCA3890}" type="sibTrans" cxnId="{A1FE73C1-4607-4524-BC15-0055D5570CE4}">
      <dgm:prSet/>
      <dgm:spPr/>
      <dgm:t>
        <a:bodyPr/>
        <a:lstStyle/>
        <a:p>
          <a:endParaRPr lang="en-US"/>
        </a:p>
      </dgm:t>
    </dgm:pt>
    <dgm:pt modelId="{00C2E301-8CC6-4F26-AD3F-9D1842139C8B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Verwaltung von Zeitschriften-Abos für Stammkunden.</a:t>
          </a:r>
          <a:endParaRPr lang="en-US"/>
        </a:p>
      </dgm:t>
    </dgm:pt>
    <dgm:pt modelId="{4980E30E-A25B-4B05-8D62-1DAF41DFA9EC}" type="parTrans" cxnId="{37CFCEF6-CBC1-41E9-992B-73207A890169}">
      <dgm:prSet/>
      <dgm:spPr/>
      <dgm:t>
        <a:bodyPr/>
        <a:lstStyle/>
        <a:p>
          <a:endParaRPr lang="en-US"/>
        </a:p>
      </dgm:t>
    </dgm:pt>
    <dgm:pt modelId="{5F7123DB-DA49-4EF9-B0C6-03D60C9CC4C2}" type="sibTrans" cxnId="{37CFCEF6-CBC1-41E9-992B-73207A890169}">
      <dgm:prSet/>
      <dgm:spPr/>
      <dgm:t>
        <a:bodyPr/>
        <a:lstStyle/>
        <a:p>
          <a:endParaRPr lang="en-US"/>
        </a:p>
      </dgm:t>
    </dgm:pt>
    <dgm:pt modelId="{82A6D22E-AD37-4035-AF27-B2EAE0AC64A2}">
      <dgm:prSet/>
      <dgm:spPr/>
      <dgm:t>
        <a:bodyPr/>
        <a:lstStyle/>
        <a:p>
          <a:pPr>
            <a:lnSpc>
              <a:spcPct val="100000"/>
            </a:lnSpc>
          </a:pPr>
          <a:r>
            <a:rPr lang="de-DE" b="0" i="0" baseline="0"/>
            <a:t>Strukturiertes Bestellwesen bei Großhändlern.</a:t>
          </a:r>
          <a:endParaRPr lang="en-US"/>
        </a:p>
      </dgm:t>
    </dgm:pt>
    <dgm:pt modelId="{ACF5E5C5-61D0-4B52-A77C-620ACD3B6C37}" type="parTrans" cxnId="{A4613E96-11F3-4CCB-A5CE-59B1D4620EAD}">
      <dgm:prSet/>
      <dgm:spPr/>
      <dgm:t>
        <a:bodyPr/>
        <a:lstStyle/>
        <a:p>
          <a:endParaRPr lang="en-US"/>
        </a:p>
      </dgm:t>
    </dgm:pt>
    <dgm:pt modelId="{B3F591E0-655C-45B5-BF7D-D023A1134382}" type="sibTrans" cxnId="{A4613E96-11F3-4CCB-A5CE-59B1D4620EAD}">
      <dgm:prSet/>
      <dgm:spPr/>
      <dgm:t>
        <a:bodyPr/>
        <a:lstStyle/>
        <a:p>
          <a:endParaRPr lang="en-US"/>
        </a:p>
      </dgm:t>
    </dgm:pt>
    <dgm:pt modelId="{0A8FB0A3-12BD-4713-83FA-9DE92A734F79}" type="pres">
      <dgm:prSet presAssocID="{CEBE3469-7C31-488A-8836-2A62A127E5DA}" presName="root" presStyleCnt="0">
        <dgm:presLayoutVars>
          <dgm:dir/>
          <dgm:resizeHandles val="exact"/>
        </dgm:presLayoutVars>
      </dgm:prSet>
      <dgm:spPr/>
    </dgm:pt>
    <dgm:pt modelId="{0039BC79-2AB7-41B5-81BC-3A5444FD6BCF}" type="pres">
      <dgm:prSet presAssocID="{50580707-3425-4014-90D4-195B14FBC168}" presName="compNode" presStyleCnt="0"/>
      <dgm:spPr/>
    </dgm:pt>
    <dgm:pt modelId="{2A8F540B-6C3C-4C03-9FBF-23428BE26BC3}" type="pres">
      <dgm:prSet presAssocID="{50580707-3425-4014-90D4-195B14FBC168}" presName="bgRect" presStyleLbl="bgShp" presStyleIdx="0" presStyleCnt="4"/>
      <dgm:spPr/>
    </dgm:pt>
    <dgm:pt modelId="{BEED52F0-74B7-4694-B7A7-1BC044FCC027}" type="pres">
      <dgm:prSet presAssocID="{50580707-3425-4014-90D4-195B14FBC168}" presName="iconRect" presStyleLbl="node1" presStyleIdx="0" presStyleCnt="4"/>
      <dgm:spPr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Speed Bump"/>
        </a:ext>
      </dgm:extLst>
    </dgm:pt>
    <dgm:pt modelId="{D86113FF-7A26-41A1-8BB7-E3BD79B282C4}" type="pres">
      <dgm:prSet presAssocID="{50580707-3425-4014-90D4-195B14FBC168}" presName="spaceRect" presStyleCnt="0"/>
      <dgm:spPr/>
    </dgm:pt>
    <dgm:pt modelId="{086FC027-0293-47A1-95DE-D938E8FC6CAA}" type="pres">
      <dgm:prSet presAssocID="{50580707-3425-4014-90D4-195B14FBC168}" presName="parTx" presStyleLbl="revTx" presStyleIdx="0" presStyleCnt="4">
        <dgm:presLayoutVars>
          <dgm:chMax val="0"/>
          <dgm:chPref val="0"/>
        </dgm:presLayoutVars>
      </dgm:prSet>
      <dgm:spPr/>
    </dgm:pt>
    <dgm:pt modelId="{C9D949CF-3B63-4991-9780-AE5D7F144266}" type="pres">
      <dgm:prSet presAssocID="{2C4D0D37-5196-4152-9883-35A13CC072A8}" presName="sibTrans" presStyleCnt="0"/>
      <dgm:spPr/>
    </dgm:pt>
    <dgm:pt modelId="{FF98CB36-F42C-455E-8699-60DC3A94E346}" type="pres">
      <dgm:prSet presAssocID="{31D1528E-28EF-46A9-B0C0-10FB3C7DC716}" presName="compNode" presStyleCnt="0"/>
      <dgm:spPr/>
    </dgm:pt>
    <dgm:pt modelId="{D036B65A-8C3B-4A08-8F86-7D7039A288DF}" type="pres">
      <dgm:prSet presAssocID="{31D1528E-28EF-46A9-B0C0-10FB3C7DC716}" presName="bgRect" presStyleLbl="bgShp" presStyleIdx="1" presStyleCnt="4"/>
      <dgm:spPr/>
    </dgm:pt>
    <dgm:pt modelId="{AA92A823-97A0-431E-BD77-D416E2C07E88}" type="pres">
      <dgm:prSet presAssocID="{31D1528E-28EF-46A9-B0C0-10FB3C7DC716}" presName="iconRect" presStyleLbl="node1" presStyleIdx="1" presStyleCnt="4"/>
      <dgm:spPr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Playing Cards"/>
        </a:ext>
      </dgm:extLst>
    </dgm:pt>
    <dgm:pt modelId="{919FD018-CAB2-4A83-BBB2-7C62F527C469}" type="pres">
      <dgm:prSet presAssocID="{31D1528E-28EF-46A9-B0C0-10FB3C7DC716}" presName="spaceRect" presStyleCnt="0"/>
      <dgm:spPr/>
    </dgm:pt>
    <dgm:pt modelId="{AF453ACD-1137-4B12-B9EB-10DF2B111A8C}" type="pres">
      <dgm:prSet presAssocID="{31D1528E-28EF-46A9-B0C0-10FB3C7DC716}" presName="parTx" presStyleLbl="revTx" presStyleIdx="1" presStyleCnt="4">
        <dgm:presLayoutVars>
          <dgm:chMax val="0"/>
          <dgm:chPref val="0"/>
        </dgm:presLayoutVars>
      </dgm:prSet>
      <dgm:spPr/>
    </dgm:pt>
    <dgm:pt modelId="{57AC1489-3A87-4C57-A2B0-177D0B178FDF}" type="pres">
      <dgm:prSet presAssocID="{579D4804-1ADB-4E2C-8F8D-C43EBFCA3890}" presName="sibTrans" presStyleCnt="0"/>
      <dgm:spPr/>
    </dgm:pt>
    <dgm:pt modelId="{0839D424-3A06-483D-A2C1-B9A8EA2075FA}" type="pres">
      <dgm:prSet presAssocID="{00C2E301-8CC6-4F26-AD3F-9D1842139C8B}" presName="compNode" presStyleCnt="0"/>
      <dgm:spPr/>
    </dgm:pt>
    <dgm:pt modelId="{701BF9CC-8AE0-4D10-9662-F26DB6671295}" type="pres">
      <dgm:prSet presAssocID="{00C2E301-8CC6-4F26-AD3F-9D1842139C8B}" presName="bgRect" presStyleLbl="bgShp" presStyleIdx="2" presStyleCnt="4"/>
      <dgm:spPr/>
    </dgm:pt>
    <dgm:pt modelId="{A9163579-CC5E-4F36-A08E-03B81B0F419E}" type="pres">
      <dgm:prSet presAssocID="{00C2E301-8CC6-4F26-AD3F-9D1842139C8B}" presName="iconRect" presStyleLbl="node1" presStyleIdx="2" presStyleCnt="4"/>
      <dgm:spPr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Zeitung"/>
        </a:ext>
      </dgm:extLst>
    </dgm:pt>
    <dgm:pt modelId="{2163BFF8-2988-40A9-8A87-3D268749F91F}" type="pres">
      <dgm:prSet presAssocID="{00C2E301-8CC6-4F26-AD3F-9D1842139C8B}" presName="spaceRect" presStyleCnt="0"/>
      <dgm:spPr/>
    </dgm:pt>
    <dgm:pt modelId="{E2E7B1F5-82A1-49F2-B2B8-50297E810772}" type="pres">
      <dgm:prSet presAssocID="{00C2E301-8CC6-4F26-AD3F-9D1842139C8B}" presName="parTx" presStyleLbl="revTx" presStyleIdx="2" presStyleCnt="4">
        <dgm:presLayoutVars>
          <dgm:chMax val="0"/>
          <dgm:chPref val="0"/>
        </dgm:presLayoutVars>
      </dgm:prSet>
      <dgm:spPr/>
    </dgm:pt>
    <dgm:pt modelId="{E1C580CE-7399-4B99-8C6D-A89A76A4BEE4}" type="pres">
      <dgm:prSet presAssocID="{5F7123DB-DA49-4EF9-B0C6-03D60C9CC4C2}" presName="sibTrans" presStyleCnt="0"/>
      <dgm:spPr/>
    </dgm:pt>
    <dgm:pt modelId="{EB78DFEA-C78B-406F-A77C-A7DE922FB770}" type="pres">
      <dgm:prSet presAssocID="{82A6D22E-AD37-4035-AF27-B2EAE0AC64A2}" presName="compNode" presStyleCnt="0"/>
      <dgm:spPr/>
    </dgm:pt>
    <dgm:pt modelId="{A325A891-10DB-4EC4-B784-B93EA7F75575}" type="pres">
      <dgm:prSet presAssocID="{82A6D22E-AD37-4035-AF27-B2EAE0AC64A2}" presName="bgRect" presStyleLbl="bgShp" presStyleIdx="3" presStyleCnt="4"/>
      <dgm:spPr/>
    </dgm:pt>
    <dgm:pt modelId="{11B67114-7E44-42F6-9AE8-212DBBEA06F9}" type="pres">
      <dgm:prSet presAssocID="{82A6D22E-AD37-4035-AF27-B2EAE0AC64A2}" presName="iconRect" presStyleLbl="node1" presStyleIdx="3" presStyleCnt="4"/>
      <dgm:spPr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>
          <a:noFill/>
        </a:ln>
      </dgm:spPr>
      <dgm:extLst>
        <a:ext uri="{E40237B7-FDA0-4F09-8148-C483321AD2D9}">
          <dgm14:cNvPr xmlns:dgm14="http://schemas.microsoft.com/office/drawing/2010/diagram" id="0" name="" descr="Ice cream"/>
        </a:ext>
      </dgm:extLst>
    </dgm:pt>
    <dgm:pt modelId="{484D652A-CAD6-49DD-889B-FE82121FDB40}" type="pres">
      <dgm:prSet presAssocID="{82A6D22E-AD37-4035-AF27-B2EAE0AC64A2}" presName="spaceRect" presStyleCnt="0"/>
      <dgm:spPr/>
    </dgm:pt>
    <dgm:pt modelId="{763C264B-0F05-4B87-B143-CD9A6292AA4E}" type="pres">
      <dgm:prSet presAssocID="{82A6D22E-AD37-4035-AF27-B2EAE0AC64A2}" presName="parTx" presStyleLbl="revTx" presStyleIdx="3" presStyleCnt="4">
        <dgm:presLayoutVars>
          <dgm:chMax val="0"/>
          <dgm:chPref val="0"/>
        </dgm:presLayoutVars>
      </dgm:prSet>
      <dgm:spPr/>
    </dgm:pt>
  </dgm:ptLst>
  <dgm:cxnLst>
    <dgm:cxn modelId="{7B19B305-92B0-465D-8986-0FFBE6A1D46A}" type="presOf" srcId="{31D1528E-28EF-46A9-B0C0-10FB3C7DC716}" destId="{AF453ACD-1137-4B12-B9EB-10DF2B111A8C}" srcOrd="0" destOrd="0" presId="urn:microsoft.com/office/officeart/2018/2/layout/IconVerticalSolidList"/>
    <dgm:cxn modelId="{55B64D0A-034F-49C7-9C73-D3CFD45C96B8}" type="presOf" srcId="{CEBE3469-7C31-488A-8836-2A62A127E5DA}" destId="{0A8FB0A3-12BD-4713-83FA-9DE92A734F79}" srcOrd="0" destOrd="0" presId="urn:microsoft.com/office/officeart/2018/2/layout/IconVerticalSolidList"/>
    <dgm:cxn modelId="{A2035023-D390-4056-9BE3-6AE700D486EA}" type="presOf" srcId="{50580707-3425-4014-90D4-195B14FBC168}" destId="{086FC027-0293-47A1-95DE-D938E8FC6CAA}" srcOrd="0" destOrd="0" presId="urn:microsoft.com/office/officeart/2018/2/layout/IconVerticalSolidList"/>
    <dgm:cxn modelId="{F9C5BC74-2C5B-4688-955A-2D6E73211093}" type="presOf" srcId="{00C2E301-8CC6-4F26-AD3F-9D1842139C8B}" destId="{E2E7B1F5-82A1-49F2-B2B8-50297E810772}" srcOrd="0" destOrd="0" presId="urn:microsoft.com/office/officeart/2018/2/layout/IconVerticalSolidList"/>
    <dgm:cxn modelId="{58A3C28F-0BC8-4A7A-AA13-49C718C34CCE}" type="presOf" srcId="{82A6D22E-AD37-4035-AF27-B2EAE0AC64A2}" destId="{763C264B-0F05-4B87-B143-CD9A6292AA4E}" srcOrd="0" destOrd="0" presId="urn:microsoft.com/office/officeart/2018/2/layout/IconVerticalSolidList"/>
    <dgm:cxn modelId="{A4613E96-11F3-4CCB-A5CE-59B1D4620EAD}" srcId="{CEBE3469-7C31-488A-8836-2A62A127E5DA}" destId="{82A6D22E-AD37-4035-AF27-B2EAE0AC64A2}" srcOrd="3" destOrd="0" parTransId="{ACF5E5C5-61D0-4B52-A77C-620ACD3B6C37}" sibTransId="{B3F591E0-655C-45B5-BF7D-D023A1134382}"/>
    <dgm:cxn modelId="{A1FE73C1-4607-4524-BC15-0055D5570CE4}" srcId="{CEBE3469-7C31-488A-8836-2A62A127E5DA}" destId="{31D1528E-28EF-46A9-B0C0-10FB3C7DC716}" srcOrd="1" destOrd="0" parTransId="{A495F210-57A3-4A15-ADDC-64942B8C386B}" sibTransId="{579D4804-1ADB-4E2C-8F8D-C43EBFCA3890}"/>
    <dgm:cxn modelId="{5353E3D6-87A6-4EAB-9C6A-27E693533D6F}" srcId="{CEBE3469-7C31-488A-8836-2A62A127E5DA}" destId="{50580707-3425-4014-90D4-195B14FBC168}" srcOrd="0" destOrd="0" parTransId="{62FD7DD4-E93A-4D0D-AA77-074D8AF0489C}" sibTransId="{2C4D0D37-5196-4152-9883-35A13CC072A8}"/>
    <dgm:cxn modelId="{37CFCEF6-CBC1-41E9-992B-73207A890169}" srcId="{CEBE3469-7C31-488A-8836-2A62A127E5DA}" destId="{00C2E301-8CC6-4F26-AD3F-9D1842139C8B}" srcOrd="2" destOrd="0" parTransId="{4980E30E-A25B-4B05-8D62-1DAF41DFA9EC}" sibTransId="{5F7123DB-DA49-4EF9-B0C6-03D60C9CC4C2}"/>
    <dgm:cxn modelId="{D11BCE47-A5E3-4E36-B1C8-7B5290FAEF95}" type="presParOf" srcId="{0A8FB0A3-12BD-4713-83FA-9DE92A734F79}" destId="{0039BC79-2AB7-41B5-81BC-3A5444FD6BCF}" srcOrd="0" destOrd="0" presId="urn:microsoft.com/office/officeart/2018/2/layout/IconVerticalSolidList"/>
    <dgm:cxn modelId="{1392815C-75CF-4BB2-A704-FBB89EB1AF07}" type="presParOf" srcId="{0039BC79-2AB7-41B5-81BC-3A5444FD6BCF}" destId="{2A8F540B-6C3C-4C03-9FBF-23428BE26BC3}" srcOrd="0" destOrd="0" presId="urn:microsoft.com/office/officeart/2018/2/layout/IconVerticalSolidList"/>
    <dgm:cxn modelId="{9F2FA97E-F651-49AA-935D-E2B14A90C3C1}" type="presParOf" srcId="{0039BC79-2AB7-41B5-81BC-3A5444FD6BCF}" destId="{BEED52F0-74B7-4694-B7A7-1BC044FCC027}" srcOrd="1" destOrd="0" presId="urn:microsoft.com/office/officeart/2018/2/layout/IconVerticalSolidList"/>
    <dgm:cxn modelId="{DD21D069-9D8D-4FD5-8E3E-2CC959266896}" type="presParOf" srcId="{0039BC79-2AB7-41B5-81BC-3A5444FD6BCF}" destId="{D86113FF-7A26-41A1-8BB7-E3BD79B282C4}" srcOrd="2" destOrd="0" presId="urn:microsoft.com/office/officeart/2018/2/layout/IconVerticalSolidList"/>
    <dgm:cxn modelId="{9D778B40-A649-45D3-BD33-43840B720A84}" type="presParOf" srcId="{0039BC79-2AB7-41B5-81BC-3A5444FD6BCF}" destId="{086FC027-0293-47A1-95DE-D938E8FC6CAA}" srcOrd="3" destOrd="0" presId="urn:microsoft.com/office/officeart/2018/2/layout/IconVerticalSolidList"/>
    <dgm:cxn modelId="{6F046A93-50AF-492E-ADF7-24D2C19D8F1D}" type="presParOf" srcId="{0A8FB0A3-12BD-4713-83FA-9DE92A734F79}" destId="{C9D949CF-3B63-4991-9780-AE5D7F144266}" srcOrd="1" destOrd="0" presId="urn:microsoft.com/office/officeart/2018/2/layout/IconVerticalSolidList"/>
    <dgm:cxn modelId="{DEE864D0-E0CE-4DC0-80CC-D7C23DA4B6A7}" type="presParOf" srcId="{0A8FB0A3-12BD-4713-83FA-9DE92A734F79}" destId="{FF98CB36-F42C-455E-8699-60DC3A94E346}" srcOrd="2" destOrd="0" presId="urn:microsoft.com/office/officeart/2018/2/layout/IconVerticalSolidList"/>
    <dgm:cxn modelId="{B1A11DBB-971E-4BC9-A9C8-5E0AE36D349D}" type="presParOf" srcId="{FF98CB36-F42C-455E-8699-60DC3A94E346}" destId="{D036B65A-8C3B-4A08-8F86-7D7039A288DF}" srcOrd="0" destOrd="0" presId="urn:microsoft.com/office/officeart/2018/2/layout/IconVerticalSolidList"/>
    <dgm:cxn modelId="{4CA7CCCE-0154-4D41-9D7A-75C2BD50E9F5}" type="presParOf" srcId="{FF98CB36-F42C-455E-8699-60DC3A94E346}" destId="{AA92A823-97A0-431E-BD77-D416E2C07E88}" srcOrd="1" destOrd="0" presId="urn:microsoft.com/office/officeart/2018/2/layout/IconVerticalSolidList"/>
    <dgm:cxn modelId="{B3730D0F-6094-478B-9823-B9255D03FA30}" type="presParOf" srcId="{FF98CB36-F42C-455E-8699-60DC3A94E346}" destId="{919FD018-CAB2-4A83-BBB2-7C62F527C469}" srcOrd="2" destOrd="0" presId="urn:microsoft.com/office/officeart/2018/2/layout/IconVerticalSolidList"/>
    <dgm:cxn modelId="{31A4E746-B2C5-439D-BD52-CECEA69BD19C}" type="presParOf" srcId="{FF98CB36-F42C-455E-8699-60DC3A94E346}" destId="{AF453ACD-1137-4B12-B9EB-10DF2B111A8C}" srcOrd="3" destOrd="0" presId="urn:microsoft.com/office/officeart/2018/2/layout/IconVerticalSolidList"/>
    <dgm:cxn modelId="{2B74DFB8-E8FD-43A7-A0CA-1898F13DBC90}" type="presParOf" srcId="{0A8FB0A3-12BD-4713-83FA-9DE92A734F79}" destId="{57AC1489-3A87-4C57-A2B0-177D0B178FDF}" srcOrd="3" destOrd="0" presId="urn:microsoft.com/office/officeart/2018/2/layout/IconVerticalSolidList"/>
    <dgm:cxn modelId="{C9C64525-E6B0-4414-9868-D8DD9F748506}" type="presParOf" srcId="{0A8FB0A3-12BD-4713-83FA-9DE92A734F79}" destId="{0839D424-3A06-483D-A2C1-B9A8EA2075FA}" srcOrd="4" destOrd="0" presId="urn:microsoft.com/office/officeart/2018/2/layout/IconVerticalSolidList"/>
    <dgm:cxn modelId="{ED061F96-5234-4F1F-B514-F188D77DFF80}" type="presParOf" srcId="{0839D424-3A06-483D-A2C1-B9A8EA2075FA}" destId="{701BF9CC-8AE0-4D10-9662-F26DB6671295}" srcOrd="0" destOrd="0" presId="urn:microsoft.com/office/officeart/2018/2/layout/IconVerticalSolidList"/>
    <dgm:cxn modelId="{A7CF4F6E-F80A-4ACF-828A-F63A122E3A8B}" type="presParOf" srcId="{0839D424-3A06-483D-A2C1-B9A8EA2075FA}" destId="{A9163579-CC5E-4F36-A08E-03B81B0F419E}" srcOrd="1" destOrd="0" presId="urn:microsoft.com/office/officeart/2018/2/layout/IconVerticalSolidList"/>
    <dgm:cxn modelId="{99FB691F-05A5-4621-A639-24AE440F4B91}" type="presParOf" srcId="{0839D424-3A06-483D-A2C1-B9A8EA2075FA}" destId="{2163BFF8-2988-40A9-8A87-3D268749F91F}" srcOrd="2" destOrd="0" presId="urn:microsoft.com/office/officeart/2018/2/layout/IconVerticalSolidList"/>
    <dgm:cxn modelId="{ABBD417B-3E77-4BDE-A04B-D6023BE5EE95}" type="presParOf" srcId="{0839D424-3A06-483D-A2C1-B9A8EA2075FA}" destId="{E2E7B1F5-82A1-49F2-B2B8-50297E810772}" srcOrd="3" destOrd="0" presId="urn:microsoft.com/office/officeart/2018/2/layout/IconVerticalSolidList"/>
    <dgm:cxn modelId="{2CE09559-D7E7-4D23-8F9D-C397D1DA84E9}" type="presParOf" srcId="{0A8FB0A3-12BD-4713-83FA-9DE92A734F79}" destId="{E1C580CE-7399-4B99-8C6D-A89A76A4BEE4}" srcOrd="5" destOrd="0" presId="urn:microsoft.com/office/officeart/2018/2/layout/IconVerticalSolidList"/>
    <dgm:cxn modelId="{C4C9D9BF-5EC6-453C-8CC8-88A255C05EFD}" type="presParOf" srcId="{0A8FB0A3-12BD-4713-83FA-9DE92A734F79}" destId="{EB78DFEA-C78B-406F-A77C-A7DE922FB770}" srcOrd="6" destOrd="0" presId="urn:microsoft.com/office/officeart/2018/2/layout/IconVerticalSolidList"/>
    <dgm:cxn modelId="{78639CE5-A4F5-4E36-A261-8C7E416628AC}" type="presParOf" srcId="{EB78DFEA-C78B-406F-A77C-A7DE922FB770}" destId="{A325A891-10DB-4EC4-B784-B93EA7F75575}" srcOrd="0" destOrd="0" presId="urn:microsoft.com/office/officeart/2018/2/layout/IconVerticalSolidList"/>
    <dgm:cxn modelId="{84DF02E6-38C5-41A8-AEB8-2216DBACD061}" type="presParOf" srcId="{EB78DFEA-C78B-406F-A77C-A7DE922FB770}" destId="{11B67114-7E44-42F6-9AE8-212DBBEA06F9}" srcOrd="1" destOrd="0" presId="urn:microsoft.com/office/officeart/2018/2/layout/IconVerticalSolidList"/>
    <dgm:cxn modelId="{1D8848F7-6A71-4764-A2CC-5237387A0BA6}" type="presParOf" srcId="{EB78DFEA-C78B-406F-A77C-A7DE922FB770}" destId="{484D652A-CAD6-49DD-889B-FE82121FDB40}" srcOrd="2" destOrd="0" presId="urn:microsoft.com/office/officeart/2018/2/layout/IconVerticalSolidList"/>
    <dgm:cxn modelId="{6299BFB1-7BED-4A7E-AA6F-345762F14714}" type="presParOf" srcId="{EB78DFEA-C78B-406F-A77C-A7DE922FB770}" destId="{763C264B-0F05-4B87-B143-CD9A6292AA4E}" srcOrd="3" destOrd="0" presId="urn:microsoft.com/office/officeart/2018/2/layout/IconVerticalSolidList"/>
  </dgm:cxnLst>
  <dgm:bg/>
  <dgm:whole/>
  <dgm:extLst>
    <a:ext uri="http://schemas.microsoft.com/office/drawing/2008/diagram">
      <dsp:dataModelExt xmlns:dsp="http://schemas.microsoft.com/office/drawing/2008/diagram" relId="rId8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2A8F540B-6C3C-4C03-9FBF-23428BE26BC3}">
      <dsp:nvSpPr>
        <dsp:cNvPr id="0" name=""/>
        <dsp:cNvSpPr/>
      </dsp:nvSpPr>
      <dsp:spPr>
        <a:xfrm>
          <a:off x="0" y="1912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BEED52F0-74B7-4694-B7A7-1BC044FCC027}">
      <dsp:nvSpPr>
        <dsp:cNvPr id="0" name=""/>
        <dsp:cNvSpPr/>
      </dsp:nvSpPr>
      <dsp:spPr>
        <a:xfrm>
          <a:off x="293144" y="219953"/>
          <a:ext cx="532990" cy="532990"/>
        </a:xfrm>
        <a:prstGeom prst="rect">
          <a:avLst/>
        </a:prstGeom>
        <a:blipFill>
          <a:blip xmlns:r="http://schemas.openxmlformats.org/officeDocument/2006/relationships" r:embed="rId1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86FC027-0293-47A1-95DE-D938E8FC6CAA}">
      <dsp:nvSpPr>
        <dsp:cNvPr id="0" name=""/>
        <dsp:cNvSpPr/>
      </dsp:nvSpPr>
      <dsp:spPr>
        <a:xfrm>
          <a:off x="1119280" y="1912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Schnelle und fehlerfreie Erfassung am Point of Sale (Kassensystem).</a:t>
          </a:r>
          <a:endParaRPr lang="en-US" sz="2200" kern="1200"/>
        </a:p>
      </dsp:txBody>
      <dsp:txXfrm>
        <a:off x="1119280" y="1912"/>
        <a:ext cx="5564094" cy="969073"/>
      </dsp:txXfrm>
    </dsp:sp>
    <dsp:sp modelId="{D036B65A-8C3B-4A08-8F86-7D7039A288DF}">
      <dsp:nvSpPr>
        <dsp:cNvPr id="0" name=""/>
        <dsp:cNvSpPr/>
      </dsp:nvSpPr>
      <dsp:spPr>
        <a:xfrm>
          <a:off x="0" y="1213254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A92A823-97A0-431E-BD77-D416E2C07E88}">
      <dsp:nvSpPr>
        <dsp:cNvPr id="0" name=""/>
        <dsp:cNvSpPr/>
      </dsp:nvSpPr>
      <dsp:spPr>
        <a:xfrm>
          <a:off x="293144" y="1431296"/>
          <a:ext cx="532990" cy="532990"/>
        </a:xfrm>
        <a:prstGeom prst="rect">
          <a:avLst/>
        </a:prstGeom>
        <a:blipFill>
          <a:blip xmlns:r="http://schemas.openxmlformats.org/officeDocument/2006/relationships" r:embed="rId3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AF453ACD-1137-4B12-B9EB-10DF2B111A8C}">
      <dsp:nvSpPr>
        <dsp:cNvPr id="0" name=""/>
        <dsp:cNvSpPr/>
      </dsp:nvSpPr>
      <dsp:spPr>
        <a:xfrm>
          <a:off x="1119280" y="1213254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Strikte gesetzliche Alterskontrolle bei Tabak und Glücksspiel.</a:t>
          </a:r>
          <a:endParaRPr lang="en-US" sz="2200" kern="1200"/>
        </a:p>
      </dsp:txBody>
      <dsp:txXfrm>
        <a:off x="1119280" y="1213254"/>
        <a:ext cx="5564094" cy="969073"/>
      </dsp:txXfrm>
    </dsp:sp>
    <dsp:sp modelId="{701BF9CC-8AE0-4D10-9662-F26DB6671295}">
      <dsp:nvSpPr>
        <dsp:cNvPr id="0" name=""/>
        <dsp:cNvSpPr/>
      </dsp:nvSpPr>
      <dsp:spPr>
        <a:xfrm>
          <a:off x="0" y="2424596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A9163579-CC5E-4F36-A08E-03B81B0F419E}">
      <dsp:nvSpPr>
        <dsp:cNvPr id="0" name=""/>
        <dsp:cNvSpPr/>
      </dsp:nvSpPr>
      <dsp:spPr>
        <a:xfrm>
          <a:off x="293144" y="2642638"/>
          <a:ext cx="532990" cy="532990"/>
        </a:xfrm>
        <a:prstGeom prst="rect">
          <a:avLst/>
        </a:prstGeom>
        <a:blipFill>
          <a:blip xmlns:r="http://schemas.openxmlformats.org/officeDocument/2006/relationships" r:embed="rId5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E2E7B1F5-82A1-49F2-B2B8-50297E810772}">
      <dsp:nvSpPr>
        <dsp:cNvPr id="0" name=""/>
        <dsp:cNvSpPr/>
      </dsp:nvSpPr>
      <dsp:spPr>
        <a:xfrm>
          <a:off x="1119280" y="2424596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Verwaltung von Zeitschriften-Abos für Stammkunden.</a:t>
          </a:r>
          <a:endParaRPr lang="en-US" sz="2200" kern="1200"/>
        </a:p>
      </dsp:txBody>
      <dsp:txXfrm>
        <a:off x="1119280" y="2424596"/>
        <a:ext cx="5564094" cy="969073"/>
      </dsp:txXfrm>
    </dsp:sp>
    <dsp:sp modelId="{A325A891-10DB-4EC4-B784-B93EA7F75575}">
      <dsp:nvSpPr>
        <dsp:cNvPr id="0" name=""/>
        <dsp:cNvSpPr/>
      </dsp:nvSpPr>
      <dsp:spPr>
        <a:xfrm>
          <a:off x="0" y="3635939"/>
          <a:ext cx="6683374" cy="969073"/>
        </a:xfrm>
        <a:prstGeom prst="roundRect">
          <a:avLst>
            <a:gd name="adj" fmla="val 10000"/>
          </a:avLst>
        </a:prstGeom>
        <a:solidFill>
          <a:schemeClr val="bg1">
            <a:lumMod val="95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</dsp:sp>
    <dsp:sp modelId="{11B67114-7E44-42F6-9AE8-212DBBEA06F9}">
      <dsp:nvSpPr>
        <dsp:cNvPr id="0" name=""/>
        <dsp:cNvSpPr/>
      </dsp:nvSpPr>
      <dsp:spPr>
        <a:xfrm>
          <a:off x="293144" y="3853980"/>
          <a:ext cx="532990" cy="532990"/>
        </a:xfrm>
        <a:prstGeom prst="rect">
          <a:avLst/>
        </a:prstGeom>
        <a:blipFill>
          <a:blip xmlns:r="http://schemas.openxmlformats.org/officeDocument/2006/relationships" r:embed="rId7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a:blipFill>
        <a:ln w="15875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763C264B-0F05-4B87-B143-CD9A6292AA4E}">
      <dsp:nvSpPr>
        <dsp:cNvPr id="0" name=""/>
        <dsp:cNvSpPr/>
      </dsp:nvSpPr>
      <dsp:spPr>
        <a:xfrm>
          <a:off x="1119280" y="3635939"/>
          <a:ext cx="5564094" cy="969073"/>
        </a:xfrm>
        <a:prstGeom prst="rect">
          <a:avLst/>
        </a:prstGeom>
        <a:noFill/>
        <a:ln>
          <a:noFill/>
        </a:ln>
        <a:effectLst/>
      </dsp:spPr>
      <dsp:style>
        <a:lnRef idx="0">
          <a:scrgbClr r="0" g="0" b="0"/>
        </a:lnRef>
        <a:fillRef idx="0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02560" tIns="102560" rIns="102560" bIns="102560" numCol="1" spcCol="1270" anchor="ctr" anchorCtr="0">
          <a:noAutofit/>
        </a:bodyPr>
        <a:lstStyle/>
        <a:p>
          <a:pPr marL="0" lvl="0" indent="0" algn="l" defTabSz="977900">
            <a:lnSpc>
              <a:spcPct val="10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de-DE" sz="2200" b="0" i="0" kern="1200" baseline="0"/>
            <a:t>Strukturiertes Bestellwesen bei Großhändlern.</a:t>
          </a:r>
          <a:endParaRPr lang="en-US" sz="2200" kern="1200"/>
        </a:p>
      </dsp:txBody>
      <dsp:txXfrm>
        <a:off x="1119280" y="3635939"/>
        <a:ext cx="5564094" cy="969073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18/2/layout/IconVerticalSolidList">
  <dgm:title val="Icon Vertical Solid List"/>
  <dgm:desc val="Use to show a series of visuals from top to bottom with Level 1 or Level 1 and Level 2 text grouped in a shape. Works best with icons or small pictures with lengthier descriptions."/>
  <dgm:catLst>
    <dgm:cat type="icon" pri="500"/>
  </dgm:catLst>
  <dgm:sampData useDef="1">
    <dgm:dataModel>
      <dgm:ptLst/>
      <dgm:bg/>
      <dgm:whole/>
    </dgm:dataModel>
  </dgm:sampData>
  <dgm:styleData useDef="1">
    <dgm:dataModel>
      <dgm:ptLst/>
      <dgm:bg/>
      <dgm:whole/>
    </dgm:dataModel>
  </dgm:styleData>
  <dgm:clrData useDef="1">
    <dgm:dataModel>
      <dgm:ptLst/>
      <dgm:bg/>
      <dgm:whole/>
    </dgm:dataModel>
  </dgm:clrData>
  <dgm:layoutNode name="root">
    <dgm:varLst>
      <dgm:dir/>
      <dgm:resizeHandles val="exact"/>
    </dgm:varLst>
    <dgm:choose name="Name0">
      <dgm:if name="Name1" axis="self" func="var" arg="dir" op="equ" val="norm">
        <dgm:alg type="lin">
          <dgm:param type="linDir" val="fromT"/>
          <dgm:param type="nodeHorzAlign" val="l"/>
        </dgm:alg>
      </dgm:if>
      <dgm:else name="Name2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hoose name="Name3">
      <dgm:if name="Name4" axis="ch" ptType="node" func="cnt" op="lte" val="3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5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5" axis="ch" ptType="node" func="cnt" op="lte" val="4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22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if name="Name6" axis="ch" ptType="node" func="cnt" op="lte" val="6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9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if>
      <dgm:else name="Name7">
        <dgm:constrLst>
          <dgm:constr type="h" for="ch" forName="compNode" refType="h" fact="0.3"/>
          <dgm:constr type="w" for="ch" forName="compNode" refType="w"/>
          <dgm:constr type="h" for="ch" forName="sibTrans" refType="h" refFor="ch" refForName="compNode" fact="0.25"/>
          <dgm:constr type="primFontSz" for="des" forName="parTx" val="16"/>
          <dgm:constr type="primFontSz" for="des" forName="desTx" refType="primFontSz" refFor="des" refForName="parTx" op="lte" fact="0.75"/>
          <dgm:constr type="h" for="des" forName="compNode" op="equ"/>
          <dgm:constr type="h" for="des" forName="bgRect" op="equ"/>
          <dgm:constr type="h" for="des" forName="iconRect" op="equ"/>
          <dgm:constr type="w" for="des" forName="iconRect" op="equ"/>
          <dgm:constr type="h" for="des" forName="spaceRect" op="equ"/>
          <dgm:constr type="h" for="des" forName="parTx" op="equ"/>
          <dgm:constr type="h" for="des" forName="desTx" op="equ"/>
        </dgm:constrLst>
      </dgm:else>
    </dgm:choose>
    <dgm:ruleLst>
      <dgm:rule type="h" for="ch" forName="compNode" val="0" fact="NaN" max="NaN"/>
    </dgm:ruleLst>
    <dgm:forEach name="Name8" axis="ch" ptType="node">
      <dgm:layoutNode name="compNode">
        <dgm:alg type="composite"/>
        <dgm:shape xmlns:r="http://schemas.openxmlformats.org/officeDocument/2006/relationships" r:blip="">
          <dgm:adjLst/>
        </dgm:shape>
        <dgm:presOf axis="self"/>
        <dgm:choose name="Name9">
          <dgm:if name="Name10" axis="ch" ptType="node" func="cnt" op="gte" val="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w" for="ch" forName="parTx" refType="w" fact="0.45"/>
              <dgm:constr type="h" for="ch" forName="parTx" refType="h"/>
              <dgm:constr type="l" for="ch" forName="parTx" refType="r" refFor="ch" refForName="spaceRect"/>
              <dgm:constr type="t" for="ch" forName="parTx"/>
              <dgm:constr type="h" for="ch" forName="desTx" refType="h"/>
              <dgm:constr type="l" for="ch" forName="desTx" refType="r" refFor="ch" refForName="parTx"/>
              <dgm:constr type="t" for="ch" forName="desTx"/>
            </dgm:constrLst>
          </dgm:if>
          <dgm:else name="Name11">
            <dgm:constrLst>
              <dgm:constr type="w" for="ch" forName="bgRect" refType="w"/>
              <dgm:constr type="h" for="ch" forName="bgRect" refType="h"/>
              <dgm:constr type="l" for="ch" forName="bgRect"/>
              <dgm:constr type="t" for="ch" forName="bgRect"/>
              <dgm:constr type="h" for="ch" forName="iconRect" refType="h" fact="0.55"/>
              <dgm:constr type="w" for="ch" forName="iconRect" refType="h" refFor="ch" refForName="iconRect"/>
              <dgm:constr type="l" for="ch" forName="iconRect" refType="h" refFor="ch" refForName="iconRect" fact="0.55"/>
              <dgm:constr type="ctrY" for="ch" forName="iconRect" refType="ctrY" refFor="ch" refForName="bgRect"/>
              <dgm:constr type="w" for="ch" forName="spaceRect" refType="l" refFor="ch" refForName="iconRect"/>
              <dgm:constr type="h" for="ch" forName="spaceRect" refType="h"/>
              <dgm:constr type="l" for="ch" forName="spaceRect" refType="r" refFor="ch" refForName="iconRect"/>
              <dgm:constr type="t" for="ch" forName="spaceRect"/>
              <dgm:constr type="h" for="ch" forName="parTx" refType="h"/>
              <dgm:constr type="l" for="ch" forName="parTx" refType="r" refFor="ch" refForName="spaceRect"/>
              <dgm:constr type="t" for="ch" forName="parTx"/>
            </dgm:constrLst>
          </dgm:else>
        </dgm:choose>
        <dgm:ruleLst>
          <dgm:rule type="h" val="INF" fact="NaN" max="NaN"/>
        </dgm:ruleLst>
        <dgm:layoutNode name="bgRect" styleLbl="bgShp">
          <dgm:alg type="sp"/>
          <dgm:shape xmlns:r="http://schemas.openxmlformats.org/officeDocument/2006/relationships" type="roundRect" r:blip="">
            <dgm:adjLst>
              <dgm:adj idx="1" val="0.1"/>
            </dgm:adjLst>
          </dgm:shape>
          <dgm:presOf/>
          <dgm:constrLst/>
          <dgm:ruleLst/>
        </dgm:layoutNode>
        <dgm:layoutNode name="iconRect" styleLbl="node1">
          <dgm:alg type="sp"/>
          <dgm:shape xmlns:r="http://schemas.openxmlformats.org/officeDocument/2006/relationships" type="rect" r:blip="" blipPhldr="1">
            <dgm:adjLst/>
          </dgm:shape>
          <dgm:presOf/>
          <dgm:constrLst/>
          <dgm:ruleLst/>
        </dgm:layoutNode>
        <dgm:layoutNode name="spaceRect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  <dgm:layoutNode name="parTx" styleLbl="revTx">
          <dgm:varLst>
            <dgm:chMax val="0"/>
            <dgm:chPref val="0"/>
          </dgm:varLst>
          <dgm:alg type="tx">
            <dgm:param type="txAnchorVert" val="mid"/>
            <dgm:param type="parTxLTRAlign" val="l"/>
            <dgm:param type="shpTxLTRAlignCh" val="l"/>
            <dgm:param type="parTxRTLAlign" val="r"/>
            <dgm:param type="shpTxRTLAlignCh" val="r"/>
          </dgm:alg>
          <dgm:shape xmlns:r="http://schemas.openxmlformats.org/officeDocument/2006/relationships" type="rect" r:blip="">
            <dgm:adjLst/>
          </dgm:shape>
          <dgm:presOf axis="self" ptType="node"/>
          <dgm:constrLst>
            <dgm:constr type="lMarg" refType="h" fact="0.3"/>
            <dgm:constr type="rMarg" refType="h" fact="0.3"/>
            <dgm:constr type="tMarg" refType="h" fact="0.3"/>
            <dgm:constr type="bMarg" refType="h" fact="0.3"/>
          </dgm:constrLst>
          <dgm:ruleLst>
            <dgm:rule type="primFontSz" val="14" fact="NaN" max="NaN"/>
            <dgm:rule type="h" val="INF" fact="NaN" max="NaN"/>
          </dgm:ruleLst>
        </dgm:layoutNode>
        <dgm:choose name="Name12">
          <dgm:if name="Name13" axis="ch" ptType="node" func="cnt" op="gte" val="1">
            <dgm:layoutNode name="desTx" styleLbl="revTx">
              <dgm:varLst/>
              <dgm:alg type="tx">
                <dgm:param type="txAnchorVertCh" val="mid"/>
                <dgm:param type="parTxLTRAlign" val="l"/>
                <dgm:param type="shpTxLTRAlignCh" val="l"/>
                <dgm:param type="parTxRTLAlign" val="r"/>
                <dgm:param type="shpTxRTLAlignCh" val="r"/>
                <dgm:param type="stBulletLvl" val="0"/>
              </dgm:alg>
              <dgm:shape xmlns:r="http://schemas.openxmlformats.org/officeDocument/2006/relationships" type="rect" r:blip="">
                <dgm:adjLst/>
              </dgm:shape>
              <dgm:presOf axis="des" ptType="node"/>
              <dgm:constrLst>
                <dgm:constr type="primFontSz" val="18"/>
                <dgm:constr type="secFontSz" refType="primFontSz"/>
                <dgm:constr type="lMarg" refType="h" fact="0.3"/>
                <dgm:constr type="rMarg" refType="h" fact="0.3"/>
                <dgm:constr type="tMarg" refType="h" fact="0.3"/>
                <dgm:constr type="bMarg" refType="h" fact="0.3"/>
              </dgm:constrLst>
              <dgm:ruleLst>
                <dgm:rule type="primFontSz" val="11" fact="NaN" max="NaN"/>
              </dgm:ruleLst>
            </dgm:layoutNode>
          </dgm:if>
          <dgm:else name="Name14"/>
        </dgm:choose>
      </dgm:layoutNode>
      <dgm:forEach name="Name15" axis="followSib" ptType="sibTrans" cnt="1">
        <dgm:layoutNode name="sibTrans">
          <dgm:alg type="sp"/>
          <dgm:shape xmlns:r="http://schemas.openxmlformats.org/officeDocument/2006/relationships" r:blip="">
            <dgm:adjLst/>
          </dgm:shape>
          <dgm:presOf axis="self"/>
          <dgm:constrLst/>
          <dgm:ruleLst/>
        </dgm:layoutNode>
      </dgm:forEach>
    </dgm:forEach>
  </dgm:layoutNode>
  <dgm:extLst>
    <a:ext uri="{68A01E43-0DF5-4B5B-8FA6-DAF915123BFB}">
      <dgm1612:lstStyle xmlns:dgm1612="http://schemas.microsoft.com/office/drawing/2016/12/diagram">
        <a:lvl1pPr>
          <a:lnSpc>
            <a:spcPct val="100000"/>
          </a:lnSpc>
        </a:lvl1pPr>
        <a:lvl2pPr>
          <a:lnSpc>
            <a:spcPct val="100000"/>
          </a:lnSpc>
        </a:lvl2pPr>
      </dgm1612:lstStyle>
    </a:ext>
  </dgm:extLst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Title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751012" y="1300785"/>
            <a:ext cx="8689976" cy="2509213"/>
          </a:xfrm>
        </p:spPr>
        <p:txBody>
          <a:bodyPr anchor="b">
            <a:normAutofit/>
          </a:bodyPr>
          <a:lstStyle>
            <a:lvl1pPr algn="ctr">
              <a:defRPr sz="48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751012" y="3886200"/>
            <a:ext cx="8689976" cy="1371599"/>
          </a:xfrm>
        </p:spPr>
        <p:txBody>
          <a:bodyPr>
            <a:normAutofit/>
          </a:bodyPr>
          <a:lstStyle>
            <a:lvl1pPr marL="0" indent="0" algn="ctr">
              <a:buNone/>
              <a:defRPr sz="22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441327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103638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38237891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828563"/>
            <a:ext cx="10351752" cy="2736819"/>
          </a:xfrm>
        </p:spPr>
        <p:txBody>
          <a:bodyPr anchor="b">
            <a:normAutofit/>
          </a:bodyPr>
          <a:lstStyle>
            <a:lvl1pPr>
              <a:defRPr sz="40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4" y="3657457"/>
            <a:ext cx="10351752" cy="1368183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bg1">
                    <a:lumMod val="50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2489166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Content Placeholder 2"/>
          <p:cNvSpPr>
            <a:spLocks noGrp="1"/>
          </p:cNvSpPr>
          <p:nvPr>
            <p:ph sz="quarter" idx="13"/>
          </p:nvPr>
        </p:nvSpPr>
        <p:spPr>
          <a:xfrm>
            <a:off x="913774" y="2367092"/>
            <a:ext cx="5106026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13" name="Content Placeholder 3"/>
          <p:cNvSpPr>
            <a:spLocks noGrp="1"/>
          </p:cNvSpPr>
          <p:nvPr>
            <p:ph sz="quarter" idx="14"/>
          </p:nvPr>
        </p:nvSpPr>
        <p:spPr>
          <a:xfrm>
            <a:off x="6172200" y="2367092"/>
            <a:ext cx="5105400" cy="342410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43928635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Picture 14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4" name="Title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6328" y="2371018"/>
            <a:ext cx="487347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Content Placeholder 3"/>
          <p:cNvSpPr>
            <a:spLocks noGrp="1"/>
          </p:cNvSpPr>
          <p:nvPr>
            <p:ph sz="quarter" idx="13"/>
          </p:nvPr>
        </p:nvSpPr>
        <p:spPr>
          <a:xfrm>
            <a:off x="913774" y="3051012"/>
            <a:ext cx="5106027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396423" y="2371018"/>
            <a:ext cx="4881804" cy="679994"/>
          </a:xfrm>
        </p:spPr>
        <p:txBody>
          <a:bodyPr anchor="b">
            <a:noAutofit/>
          </a:bodyPr>
          <a:lstStyle>
            <a:lvl1pPr marL="0" indent="0">
              <a:lnSpc>
                <a:spcPct val="85000"/>
              </a:lnSpc>
              <a:buNone/>
              <a:defRPr sz="26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3" name="Content Placeholder 5"/>
          <p:cNvSpPr>
            <a:spLocks noGrp="1"/>
          </p:cNvSpPr>
          <p:nvPr>
            <p:ph sz="quarter" idx="14"/>
          </p:nvPr>
        </p:nvSpPr>
        <p:spPr>
          <a:xfrm>
            <a:off x="6172200" y="3051012"/>
            <a:ext cx="5105401" cy="2740187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089288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3175913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1255795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609600"/>
            <a:ext cx="3935688" cy="2023252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0" name="Content Placeholder 2"/>
          <p:cNvSpPr>
            <a:spLocks noGrp="1"/>
          </p:cNvSpPr>
          <p:nvPr>
            <p:ph sz="quarter" idx="13"/>
          </p:nvPr>
        </p:nvSpPr>
        <p:spPr>
          <a:xfrm>
            <a:off x="5078062" y="609600"/>
            <a:ext cx="6200163" cy="5181599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2632852"/>
            <a:ext cx="3935689" cy="3158348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12500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5934969" cy="2023254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424803" y="609601"/>
            <a:ext cx="3255358" cy="5181600"/>
          </a:xfrm>
          <a:prstGeom prst="roundRect">
            <a:avLst>
              <a:gd name="adj" fmla="val 494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94" y="2632852"/>
            <a:ext cx="5934949" cy="3158347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1751371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abild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94" y="4289374"/>
            <a:ext cx="10364432" cy="81161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84744" y="698261"/>
            <a:ext cx="9822532" cy="3214136"/>
          </a:xfrm>
          <a:prstGeom prst="roundRect">
            <a:avLst>
              <a:gd name="adj" fmla="val 4944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/>
          <a:lstStyle>
            <a:lvl1pPr marL="0" indent="0" algn="ctr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5108728"/>
            <a:ext cx="10364452" cy="682472"/>
          </a:xfrm>
        </p:spPr>
        <p:txBody>
          <a:bodyPr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6673656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 und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4" y="609599"/>
            <a:ext cx="10364452" cy="3427245"/>
          </a:xfrm>
        </p:spPr>
        <p:txBody>
          <a:bodyPr anchor="ctr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204821"/>
            <a:ext cx="10364452" cy="1586380"/>
          </a:xfrm>
        </p:spPr>
        <p:txBody>
          <a:bodyPr anchor="ctr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72379992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Zitat mit Beschriftu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600"/>
            <a:ext cx="9302752" cy="2992904"/>
          </a:xfrm>
        </p:spPr>
        <p:txBody>
          <a:bodyPr anchor="ctr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610032"/>
            <a:ext cx="8752299" cy="59478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4" y="4372796"/>
            <a:ext cx="10364452" cy="1421053"/>
          </a:xfrm>
        </p:spPr>
        <p:txBody>
          <a:bodyPr anchor="ctr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  <p:sp>
        <p:nvSpPr>
          <p:cNvPr id="13" name="TextBox 12"/>
          <p:cNvSpPr txBox="1"/>
          <p:nvPr/>
        </p:nvSpPr>
        <p:spPr>
          <a:xfrm>
            <a:off x="1001488" y="754166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557558" y="2993578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659607809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nskar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13775" y="2138721"/>
            <a:ext cx="10364452" cy="2511835"/>
          </a:xfrm>
        </p:spPr>
        <p:txBody>
          <a:bodyPr anchor="b"/>
          <a:lstStyle>
            <a:lvl1pPr algn="ctr">
              <a:defRPr sz="3200"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913775" y="4662335"/>
            <a:ext cx="10364452" cy="1140644"/>
          </a:xfrm>
        </p:spPr>
        <p:txBody>
          <a:bodyPr anchor="t"/>
          <a:lstStyle>
            <a:lvl1pPr marL="0" indent="0" algn="ctr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9692549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913774" y="609600"/>
            <a:ext cx="10364452" cy="1605094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913774" y="2367093"/>
            <a:ext cx="3298976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913774" y="2943355"/>
            <a:ext cx="3298976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52389" y="2367093"/>
            <a:ext cx="329152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441348" y="2943355"/>
            <a:ext cx="3303351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2367093"/>
            <a:ext cx="33049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4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973298" y="2943355"/>
            <a:ext cx="3304928" cy="2847845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6722840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Bildsp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Picture 15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913774" y="610772"/>
            <a:ext cx="10364452" cy="1603922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913774" y="4204820"/>
            <a:ext cx="3296409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913774" y="2367093"/>
            <a:ext cx="3296409" cy="1524000"/>
          </a:xfrm>
          <a:prstGeom prst="roundRect">
            <a:avLst>
              <a:gd name="adj" fmla="val 9363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913774" y="4781082"/>
            <a:ext cx="3296409" cy="1010118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42759" y="4204820"/>
            <a:ext cx="3301828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41348" y="2367093"/>
            <a:ext cx="3303352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41348" y="4781080"/>
            <a:ext cx="3303352" cy="1010119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973298" y="4204820"/>
            <a:ext cx="3300681" cy="576262"/>
          </a:xfrm>
        </p:spPr>
        <p:txBody>
          <a:bodyPr anchor="b">
            <a:noAutofit/>
          </a:bodyPr>
          <a:lstStyle>
            <a:lvl1pPr marL="0" indent="0" algn="ctr">
              <a:lnSpc>
                <a:spcPct val="85000"/>
              </a:lnSpc>
              <a:buNone/>
              <a:defRPr sz="22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973298" y="2367093"/>
            <a:ext cx="3304928" cy="1524000"/>
          </a:xfrm>
          <a:prstGeom prst="roundRect">
            <a:avLst>
              <a:gd name="adj" fmla="val 8841"/>
            </a:avLst>
          </a:prstGeom>
          <a:noFill/>
          <a:ln w="82550" cap="sq">
            <a:solidFill>
              <a:srgbClr val="EAEAEA"/>
            </a:solidFill>
            <a:miter lim="800000"/>
          </a:ln>
          <a:effectLst/>
          <a:scene3d>
            <a:camera prst="orthographicFront"/>
            <a:lightRig rig="threePt" dir="t">
              <a:rot lat="0" lon="0" rev="2700000"/>
            </a:lightRig>
          </a:scene3d>
          <a:sp3d contourW="6350">
            <a:bevelT h="38100"/>
            <a:contourClr>
              <a:srgbClr val="C0C0C0"/>
            </a:contourClr>
          </a:sp3d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de-DE"/>
              <a:t>Bild durch Klicken auf Symbol hinzufügen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973173" y="4781078"/>
            <a:ext cx="3305053" cy="1010121"/>
          </a:xfrm>
        </p:spPr>
        <p:txBody>
          <a:bodyPr anchor="t">
            <a:normAutofit/>
          </a:bodyPr>
          <a:lstStyle>
            <a:lvl1pPr marL="0" indent="0" algn="ctr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8795508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11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2367093"/>
            <a:ext cx="10364452" cy="3424107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543300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Droplets-HD-Content-R1d.png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609601"/>
            <a:ext cx="2553326" cy="5181599"/>
          </a:xfrm>
        </p:spPr>
        <p:txBody>
          <a:bodyPr vert="eaVert"/>
          <a:lstStyle>
            <a:lvl1pPr algn="l">
              <a:defRPr/>
            </a:lvl1pPr>
          </a:lstStyle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8" name="Vertical Text Placeholder 2"/>
          <p:cNvSpPr>
            <a:spLocks noGrp="1"/>
          </p:cNvSpPr>
          <p:nvPr>
            <p:ph type="body" orient="vert" sz="quarter" idx="13"/>
          </p:nvPr>
        </p:nvSpPr>
        <p:spPr>
          <a:xfrm>
            <a:off x="913775" y="609601"/>
            <a:ext cx="7658724" cy="5181599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53762484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>
  <p:cSld name="1_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2266929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0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913775" y="618517"/>
            <a:ext cx="10364451" cy="159617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13775" y="2367093"/>
            <a:ext cx="10364452" cy="342410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678737" y="5883275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AB4A5B31-C8C7-4C22-B0E9-873766B6517D}" type="datetimeFigureOut">
              <a:rPr lang="de-DE" smtClean="0"/>
              <a:t>18.03.2026</a:t>
            </a:fld>
            <a:endParaRPr lang="de-D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913774" y="5883275"/>
            <a:ext cx="667288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00">
                <a:solidFill>
                  <a:schemeClr val="tx1"/>
                </a:solidFill>
              </a:defRPr>
            </a:lvl1pPr>
          </a:lstStyle>
          <a:p>
            <a:endParaRPr lang="de-D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514011" y="5883275"/>
            <a:ext cx="76421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00">
                <a:solidFill>
                  <a:schemeClr val="tx1"/>
                </a:solidFill>
              </a:defRPr>
            </a:lvl1pPr>
          </a:lstStyle>
          <a:p>
            <a:fld id="{218D87AE-6B5B-49B9-8603-C078571C5BD4}" type="slidenum">
              <a:rPr lang="de-DE" smtClean="0"/>
              <a:t>‹Nr.›</a:t>
            </a:fld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0014626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10" r:id="rId1"/>
    <p:sldLayoutId id="2147483711" r:id="rId2"/>
    <p:sldLayoutId id="2147483712" r:id="rId3"/>
    <p:sldLayoutId id="2147483713" r:id="rId4"/>
    <p:sldLayoutId id="2147483714" r:id="rId5"/>
    <p:sldLayoutId id="2147483715" r:id="rId6"/>
    <p:sldLayoutId id="2147483716" r:id="rId7"/>
    <p:sldLayoutId id="2147483717" r:id="rId8"/>
    <p:sldLayoutId id="2147483718" r:id="rId9"/>
    <p:sldLayoutId id="2147483719" r:id="rId10"/>
    <p:sldLayoutId id="2147483720" r:id="rId11"/>
    <p:sldLayoutId id="2147483721" r:id="rId12"/>
    <p:sldLayoutId id="2147483722" r:id="rId13"/>
    <p:sldLayoutId id="2147483723" r:id="rId14"/>
    <p:sldLayoutId id="2147483724" r:id="rId15"/>
    <p:sldLayoutId id="2147483725" r:id="rId16"/>
    <p:sldLayoutId id="2147483726" r:id="rId17"/>
    <p:sldLayoutId id="2147483727" r:id="rId18"/>
  </p:sldLayoutIdLst>
  <p:txStyles>
    <p:titleStyle>
      <a:lvl1pPr algn="ctr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effectLst/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Clr>
          <a:schemeClr val="tx1"/>
        </a:buClr>
        <a:buFont typeface="Arial" panose="020B0604020202020204" pitchFamily="34" charset="0"/>
        <a:buChar char="•"/>
        <a:defRPr sz="20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8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6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Clr>
          <a:schemeClr val="tx1"/>
        </a:buClr>
        <a:buFont typeface="Arial" panose="020B0604020202020204" pitchFamily="34" charset="0"/>
        <a:buChar char="•"/>
        <a:defRPr sz="1400" kern="1200" cap="all" baseline="0">
          <a:solidFill>
            <a:schemeClr val="tx1"/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microsoft.com/office/2007/relationships/diagramDrawing" Target="../diagrams/drawing1.xml"/><Relationship Id="rId3" Type="http://schemas.openxmlformats.org/officeDocument/2006/relationships/image" Target="../media/image3.png"/><Relationship Id="rId7" Type="http://schemas.openxmlformats.org/officeDocument/2006/relationships/diagramColors" Target="../diagrams/colors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Relationship Id="rId6" Type="http://schemas.openxmlformats.org/officeDocument/2006/relationships/diagramQuickStyle" Target="../diagrams/quickStyle1.xml"/><Relationship Id="rId5" Type="http://schemas.openxmlformats.org/officeDocument/2006/relationships/diagramLayout" Target="../diagrams/layout1.xml"/><Relationship Id="rId4" Type="http://schemas.openxmlformats.org/officeDocument/2006/relationships/diagramData" Target="../diagrams/data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8.xml"/><Relationship Id="rId5" Type="http://schemas.openxmlformats.org/officeDocument/2006/relationships/image" Target="../media/image13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134" name="Rectangle 5133">
            <a:extLst>
              <a:ext uri="{FF2B5EF4-FFF2-40B4-BE49-F238E27FC236}">
                <a16:creationId xmlns:a16="http://schemas.microsoft.com/office/drawing/2014/main" id="{2255CADE-DCE0-447F-B290-2AE78E5E559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22" name="Picture 2" descr="Vintage österreichisches Tabak Trafik Schild Vor Blauem Himmel  Redaktionelles Stockfotografie - Bild von system, platz: 373299627">
            <a:extLst>
              <a:ext uri="{FF2B5EF4-FFF2-40B4-BE49-F238E27FC236}">
                <a16:creationId xmlns:a16="http://schemas.microsoft.com/office/drawing/2014/main" id="{36B335E5-9939-D635-7C08-77EA9E44AF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959" r="3317"/>
          <a:stretch>
            <a:fillRect/>
          </a:stretch>
        </p:blipFill>
        <p:spPr bwMode="auto">
          <a:xfrm>
            <a:off x="8860" y="10"/>
            <a:ext cx="6924201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5136" name="Rectangle 5135">
            <a:extLst>
              <a:ext uri="{FF2B5EF4-FFF2-40B4-BE49-F238E27FC236}">
                <a16:creationId xmlns:a16="http://schemas.microsoft.com/office/drawing/2014/main" id="{4245587C-701C-48A1-9B6B-10C3DF81A87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933061" y="-2"/>
            <a:ext cx="81313" cy="6858002"/>
          </a:xfrm>
          <a:prstGeom prst="rect">
            <a:avLst/>
          </a:prstGeom>
          <a:gradFill flip="none" rotWithShape="1">
            <a:gsLst>
              <a:gs pos="84000">
                <a:srgbClr val="B5B5B5"/>
              </a:gs>
              <a:gs pos="60159">
                <a:srgbClr val="D5D5D5"/>
              </a:gs>
              <a:gs pos="50447">
                <a:srgbClr val="E6E6E6"/>
              </a:gs>
              <a:gs pos="44260">
                <a:srgbClr val="D5D5D5"/>
              </a:gs>
              <a:gs pos="15928">
                <a:srgbClr val="B5B5B5"/>
              </a:gs>
              <a:gs pos="7000">
                <a:srgbClr val="8A8A8A"/>
              </a:gs>
              <a:gs pos="0">
                <a:srgbClr val="BBBBBB"/>
              </a:gs>
              <a:gs pos="93000">
                <a:srgbClr val="8A8A8A"/>
              </a:gs>
              <a:gs pos="100000">
                <a:srgbClr val="BBBBBB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138" name="Picture 5137">
            <a:extLst>
              <a:ext uri="{FF2B5EF4-FFF2-40B4-BE49-F238E27FC236}">
                <a16:creationId xmlns:a16="http://schemas.microsoft.com/office/drawing/2014/main" id="{2E5CF545-7AAF-4A13-8871-089E929E850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BD6D3CC6-BE9A-8AE6-AC75-8673672CE4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70382" y="1358901"/>
            <a:ext cx="3707844" cy="2730498"/>
          </a:xfrm>
        </p:spPr>
        <p:txBody>
          <a:bodyPr>
            <a:normAutofit/>
          </a:bodyPr>
          <a:lstStyle/>
          <a:p>
            <a:r>
              <a:rPr lang="de-AT" sz="3000"/>
              <a:t>Datenmodellierung einer Trafik</a:t>
            </a:r>
            <a:endParaRPr lang="de-DE" sz="300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D3280632-F73C-E3A4-473B-8E20B982466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676707" y="4165601"/>
            <a:ext cx="3487479" cy="789172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de-AT" sz="2000"/>
              <a:t>Team: Andreas, Michael, Leonhard</a:t>
            </a:r>
            <a:endParaRPr lang="de-DE" sz="2000"/>
          </a:p>
        </p:txBody>
      </p:sp>
    </p:spTree>
    <p:extLst>
      <p:ext uri="{BB962C8B-B14F-4D97-AF65-F5344CB8AC3E}">
        <p14:creationId xmlns:p14="http://schemas.microsoft.com/office/powerpoint/2010/main" val="339466422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Rectangle 16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19" name="Rectangle 18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A3FD9B43-ACBC-6E7F-C5B2-6CF7BEAB70A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314450"/>
            <a:ext cx="2844002" cy="3680244"/>
          </a:xfrm>
        </p:spPr>
        <p:txBody>
          <a:bodyPr>
            <a:normAutofit/>
          </a:bodyPr>
          <a:lstStyle/>
          <a:p>
            <a:pPr algn="l"/>
            <a:r>
              <a:rPr lang="de-AT" sz="2400" b="1"/>
              <a:t>Identifizierte Anforderungen</a:t>
            </a:r>
            <a:br>
              <a:rPr lang="de-AT" sz="2400" b="1"/>
            </a:br>
            <a:endParaRPr lang="de-DE" sz="2400"/>
          </a:p>
        </p:txBody>
      </p:sp>
      <p:pic>
        <p:nvPicPr>
          <p:cNvPr id="21" name="Picture 20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pic>
        <p:nvPicPr>
          <p:cNvPr id="23" name="Picture 22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  <p:graphicFrame>
        <p:nvGraphicFramePr>
          <p:cNvPr id="12" name="Rectangle 1">
            <a:extLst>
              <a:ext uri="{FF2B5EF4-FFF2-40B4-BE49-F238E27FC236}">
                <a16:creationId xmlns:a16="http://schemas.microsoft.com/office/drawing/2014/main" id="{EEBBCF3F-0AD9-00E4-6EA6-FBE7F98224DB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951004394"/>
              </p:ext>
            </p:extLst>
          </p:nvPr>
        </p:nvGraphicFramePr>
        <p:xfrm>
          <a:off x="4594225" y="889000"/>
          <a:ext cx="6683375" cy="4606925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4" r:lo="rId5" r:qs="rId6" r:cs="rId7"/>
          </a:graphicData>
        </a:graphic>
      </p:graphicFrame>
    </p:spTree>
    <p:extLst>
      <p:ext uri="{BB962C8B-B14F-4D97-AF65-F5344CB8AC3E}">
        <p14:creationId xmlns:p14="http://schemas.microsoft.com/office/powerpoint/2010/main" val="33729627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2">
            <a:extLst>
              <a:ext uri="{FF2B5EF4-FFF2-40B4-BE49-F238E27FC236}">
                <a16:creationId xmlns:a16="http://schemas.microsoft.com/office/drawing/2014/main" id="{25496B42-CC46-4183-B481-887CD3E8C72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2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E2758CE0-F916-4DCE-88D1-71430BE441B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 useBgFill="1">
        <p:nvSpPr>
          <p:cNvPr id="13" name="Rectangle 12">
            <a:extLst>
              <a:ext uri="{FF2B5EF4-FFF2-40B4-BE49-F238E27FC236}">
                <a16:creationId xmlns:a16="http://schemas.microsoft.com/office/drawing/2014/main" id="{31CA2540-FD07-4286-91E4-8D0DE4E5097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D2890D6-FEDF-436B-B93D-A8C9FBFC1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5007" y="1925053"/>
            <a:ext cx="2048425" cy="1931637"/>
          </a:xfr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en-US" sz="8800" dirty="0"/>
              <a:t>ERD</a:t>
            </a:r>
          </a:p>
        </p:txBody>
      </p:sp>
      <p:pic>
        <p:nvPicPr>
          <p:cNvPr id="15" name="Picture 14">
            <a:extLst>
              <a:ext uri="{FF2B5EF4-FFF2-40B4-BE49-F238E27FC236}">
                <a16:creationId xmlns:a16="http://schemas.microsoft.com/office/drawing/2014/main" id="{214924F5-CDC2-4DFA-82F3-4843ADD678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5295" t="89389" r="26987" b="24"/>
          <a:stretch/>
        </p:blipFill>
        <p:spPr>
          <a:xfrm flipH="1">
            <a:off x="0" y="-1"/>
            <a:ext cx="2596444" cy="872709"/>
          </a:xfrm>
          <a:prstGeom prst="rect">
            <a:avLst/>
          </a:prstGeom>
        </p:spPr>
      </p:pic>
      <p:pic>
        <p:nvPicPr>
          <p:cNvPr id="17" name="Picture 16">
            <a:extLst>
              <a:ext uri="{FF2B5EF4-FFF2-40B4-BE49-F238E27FC236}">
                <a16:creationId xmlns:a16="http://schemas.microsoft.com/office/drawing/2014/main" id="{AED59812-6820-446C-B994-0D059C97DC3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1927" t="72411" b="13751"/>
          <a:stretch/>
        </p:blipFill>
        <p:spPr>
          <a:xfrm>
            <a:off x="10473994" y="5564567"/>
            <a:ext cx="1341545" cy="1293433"/>
          </a:xfrm>
          <a:custGeom>
            <a:avLst/>
            <a:gdLst>
              <a:gd name="connsiteX0" fmla="*/ 0 w 1341545"/>
              <a:gd name="connsiteY0" fmla="*/ 0 h 1293433"/>
              <a:gd name="connsiteX1" fmla="*/ 1341545 w 1341545"/>
              <a:gd name="connsiteY1" fmla="*/ 0 h 1293433"/>
              <a:gd name="connsiteX2" fmla="*/ 1341545 w 1341545"/>
              <a:gd name="connsiteY2" fmla="*/ 1293433 h 1293433"/>
              <a:gd name="connsiteX3" fmla="*/ 150847 w 1341545"/>
              <a:gd name="connsiteY3" fmla="*/ 1293433 h 1293433"/>
              <a:gd name="connsiteX4" fmla="*/ 66240 w 1341545"/>
              <a:gd name="connsiteY4" fmla="*/ 1183451 h 1293433"/>
              <a:gd name="connsiteX5" fmla="*/ 0 w 1341545"/>
              <a:gd name="connsiteY5" fmla="*/ 1061841 h 129343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41545" h="1293433">
                <a:moveTo>
                  <a:pt x="0" y="0"/>
                </a:moveTo>
                <a:lnTo>
                  <a:pt x="1341545" y="0"/>
                </a:lnTo>
                <a:lnTo>
                  <a:pt x="1341545" y="1293433"/>
                </a:lnTo>
                <a:lnTo>
                  <a:pt x="150847" y="1293433"/>
                </a:lnTo>
                <a:lnTo>
                  <a:pt x="66240" y="1183451"/>
                </a:lnTo>
                <a:lnTo>
                  <a:pt x="0" y="1061841"/>
                </a:lnTo>
                <a:close/>
              </a:path>
            </a:pathLst>
          </a:custGeom>
        </p:spPr>
      </p:pic>
      <p:pic>
        <p:nvPicPr>
          <p:cNvPr id="19" name="Picture 18">
            <a:extLst>
              <a:ext uri="{FF2B5EF4-FFF2-40B4-BE49-F238E27FC236}">
                <a16:creationId xmlns:a16="http://schemas.microsoft.com/office/drawing/2014/main" id="{E844ED7C-1917-40D8-8B42-1B1C27BC5A5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3623" t="43915" r="1" b="18252"/>
          <a:stretch/>
        </p:blipFill>
        <p:spPr>
          <a:xfrm flipH="1">
            <a:off x="0" y="3142319"/>
            <a:ext cx="4605339" cy="3715682"/>
          </a:xfrm>
          <a:prstGeom prst="rect">
            <a:avLst/>
          </a:prstGeom>
        </p:spPr>
      </p:pic>
      <p:pic>
        <p:nvPicPr>
          <p:cNvPr id="10" name="Inhaltsplatzhalter 9">
            <a:extLst>
              <a:ext uri="{FF2B5EF4-FFF2-40B4-BE49-F238E27FC236}">
                <a16:creationId xmlns:a16="http://schemas.microsoft.com/office/drawing/2014/main" id="{54D028B5-EC39-868C-6057-0AA71BD4E96C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230"/>
          <a:stretch>
            <a:fillRect/>
          </a:stretch>
        </p:blipFill>
        <p:spPr>
          <a:xfrm>
            <a:off x="1199219" y="1197248"/>
            <a:ext cx="9793561" cy="688620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96960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 rotWithShape="1">
          <a:gsLst>
            <a:gs pos="0">
              <a:schemeClr val="bg1">
                <a:tint val="90000"/>
                <a:lumMod val="110000"/>
              </a:schemeClr>
            </a:gs>
            <a:gs pos="100000">
              <a:schemeClr val="bg1">
                <a:shade val="64000"/>
                <a:lumMod val="88000"/>
              </a:schemeClr>
            </a:gs>
          </a:gsLst>
          <a:lin ang="540000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Rectangle 18">
            <a:extLst>
              <a:ext uri="{FF2B5EF4-FFF2-40B4-BE49-F238E27FC236}">
                <a16:creationId xmlns:a16="http://schemas.microsoft.com/office/drawing/2014/main" id="{3A9C15D4-2EE7-4D05-B87C-91D1F3B9604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059935" y="0"/>
            <a:ext cx="813206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 useBgFill="1">
        <p:nvSpPr>
          <p:cNvPr id="21" name="Rectangle 20">
            <a:extLst>
              <a:ext uri="{FF2B5EF4-FFF2-40B4-BE49-F238E27FC236}">
                <a16:creationId xmlns:a16="http://schemas.microsoft.com/office/drawing/2014/main" id="{4ED7B0FB-9654-4441-9545-02D458B6862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4059935" cy="6858000"/>
          </a:xfrm>
          <a:prstGeom prst="rect">
            <a:avLst/>
          </a:prstGeom>
          <a:ln>
            <a:noFill/>
          </a:ln>
          <a:effectLst>
            <a:outerShdw blurRad="50800" dist="12700" algn="l" rotWithShape="0">
              <a:prstClr val="black">
                <a:alpha val="3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23" name="Picture 22">
            <a:extLst>
              <a:ext uri="{FF2B5EF4-FFF2-40B4-BE49-F238E27FC236}">
                <a16:creationId xmlns:a16="http://schemas.microsoft.com/office/drawing/2014/main" id="{7BB94C57-FDF3-45A3-9D1F-904523D795D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66700" b="77917"/>
          <a:stretch/>
        </p:blipFill>
        <p:spPr>
          <a:xfrm>
            <a:off x="0" y="0"/>
            <a:ext cx="4059935" cy="1514475"/>
          </a:xfrm>
          <a:prstGeom prst="rect">
            <a:avLst/>
          </a:prstGeom>
        </p:spPr>
      </p:pic>
      <p:sp>
        <p:nvSpPr>
          <p:cNvPr id="2" name="Titel 1">
            <a:extLst>
              <a:ext uri="{FF2B5EF4-FFF2-40B4-BE49-F238E27FC236}">
                <a16:creationId xmlns:a16="http://schemas.microsoft.com/office/drawing/2014/main" id="{FE6BCE23-A81F-9D4A-73D3-E70B6F0BBA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074" y="1419900"/>
            <a:ext cx="2844002" cy="4018201"/>
          </a:xfrm>
        </p:spPr>
        <p:txBody>
          <a:bodyPr>
            <a:normAutofit/>
          </a:bodyPr>
          <a:lstStyle/>
          <a:p>
            <a:pPr algn="l"/>
            <a:r>
              <a:rPr lang="de-AT" sz="3400"/>
              <a:t>Constraints &amp; Business Cases</a:t>
            </a:r>
            <a:endParaRPr lang="de-DE" sz="3400"/>
          </a:p>
        </p:txBody>
      </p:sp>
      <p:sp>
        <p:nvSpPr>
          <p:cNvPr id="28" name="Rectangle 2">
            <a:extLst>
              <a:ext uri="{FF2B5EF4-FFF2-40B4-BE49-F238E27FC236}">
                <a16:creationId xmlns:a16="http://schemas.microsoft.com/office/drawing/2014/main" id="{CDC42556-F433-EFA3-E002-09F52204E6CA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4701008" y="1193576"/>
            <a:ext cx="6576591" cy="447085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45720" rIns="91440" bIns="45720" numCol="1" anchor="ctr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UC 1: Kassensystem (Point of Sale)</a:t>
            </a: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Erfassung: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Kassenbon buchen, Lagerbestand automatisch senken.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Problemfall: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Automatischer Abbruch durch Trigger bei Altersunterschreitung (Tabak/Lotto).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Info-Gewinnung: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Tagesumsatz-Auswertung pro Kategorie.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UC 2: Zeitschriften-Abos für Stammkunden</a:t>
            </a: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Erfassung: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Kunde, Magazin und Abhol-Wochentag verknüpfen.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Info-Gewinnung: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Tägliche "Pick-Liste" (Wer holt heute was ab?).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1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UC 3: Bestellwesen &amp; Wareneingang</a:t>
            </a: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Erfassung: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Lieferung verbuchen (Soll/Ist-Abgleich der Menge).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Char char="•"/>
              <a:tabLst/>
            </a:pPr>
            <a:r>
              <a:rPr kumimoji="0" lang="de-DE" altLang="de-DE" sz="1400" b="0" i="1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Info-Gewinnung:</a:t>
            </a:r>
            <a:r>
              <a:rPr kumimoji="0" lang="de-DE" altLang="de-DE" sz="1400" b="0" i="0" u="none" strike="noStrike" cap="none" normalizeH="0" baseline="0">
                <a:ln>
                  <a:noFill/>
                </a:ln>
                <a:effectLst/>
                <a:latin typeface="Arial" panose="020B0604020202020204" pitchFamily="34" charset="0"/>
              </a:rPr>
              <a:t> Warn-Liste bei kritischem Lagerbestand für Nachbestellungen.</a:t>
            </a:r>
          </a:p>
          <a:p>
            <a:pPr marL="0" marR="0" lvl="0" indent="0" defTabSz="914400" rtl="0" eaLnBrk="0" fontAlgn="base" latinLnBrk="0" hangingPunct="0">
              <a:lnSpc>
                <a:spcPct val="110000"/>
              </a:lnSpc>
              <a:spcBef>
                <a:spcPct val="0"/>
              </a:spcBef>
              <a:spcAft>
                <a:spcPts val="600"/>
              </a:spcAft>
              <a:buClrTx/>
              <a:buSzTx/>
              <a:buFontTx/>
              <a:buNone/>
              <a:tabLst/>
            </a:pPr>
            <a:endParaRPr kumimoji="0" lang="de-DE" altLang="de-DE" sz="1400" b="0" i="0" u="none" strike="noStrike" cap="none" normalizeH="0" baseline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25" name="Picture 24">
            <a:extLst>
              <a:ext uri="{FF2B5EF4-FFF2-40B4-BE49-F238E27FC236}">
                <a16:creationId xmlns:a16="http://schemas.microsoft.com/office/drawing/2014/main" id="{6AEBDF1A-221A-4497-BBA9-57A70D16151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Grp="1" noRot="1" noChangeAspect="1" noMove="1" noResize="1" noEditPoints="1" noAdjustHandles="1" noChangeArrowheads="1" noChangeShapeType="1" noCrop="1"/>
          </p:cNvPic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8750" t="72830" b="14149"/>
          <a:stretch/>
        </p:blipFill>
        <p:spPr>
          <a:xfrm>
            <a:off x="1377059" y="5962903"/>
            <a:ext cx="2590800" cy="892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11648686"/>
      </p:ext>
    </p:extLst>
  </p:cSld>
  <p:clrMapOvr>
    <a:masterClrMapping/>
  </p:clrMapOvr>
</p:sld>
</file>

<file path=ppt/theme/theme1.xml><?xml version="1.0" encoding="utf-8"?>
<a:theme xmlns:a="http://schemas.openxmlformats.org/drawingml/2006/main" name="Tropfen">
  <a:themeElements>
    <a:clrScheme name="Tropfen">
      <a:dk1>
        <a:sysClr val="windowText" lastClr="000000"/>
      </a:dk1>
      <a:lt1>
        <a:sysClr val="window" lastClr="FFFFFF"/>
      </a:lt1>
      <a:dk2>
        <a:srgbClr val="355071"/>
      </a:dk2>
      <a:lt2>
        <a:srgbClr val="AABED7"/>
      </a:lt2>
      <a:accent1>
        <a:srgbClr val="2FA3EE"/>
      </a:accent1>
      <a:accent2>
        <a:srgbClr val="4BCAAD"/>
      </a:accent2>
      <a:accent3>
        <a:srgbClr val="86C157"/>
      </a:accent3>
      <a:accent4>
        <a:srgbClr val="D99C3F"/>
      </a:accent4>
      <a:accent5>
        <a:srgbClr val="CE6633"/>
      </a:accent5>
      <a:accent6>
        <a:srgbClr val="A35DD1"/>
      </a:accent6>
      <a:hlink>
        <a:srgbClr val="56BCFE"/>
      </a:hlink>
      <a:folHlink>
        <a:srgbClr val="97C5E3"/>
      </a:folHlink>
    </a:clrScheme>
    <a:fontScheme name="Tropfen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ropfen">
      <a:fillStyleLst>
        <a:solidFill>
          <a:schemeClr val="phClr"/>
        </a:solidFill>
        <a:solidFill>
          <a:schemeClr val="phClr">
            <a:tint val="69000"/>
            <a:satMod val="105000"/>
            <a:lumMod val="110000"/>
          </a:schemeClr>
        </a:solidFill>
        <a:gradFill rotWithShape="1">
          <a:gsLst>
            <a:gs pos="0">
              <a:schemeClr val="phClr">
                <a:tint val="94000"/>
                <a:satMod val="100000"/>
                <a:lumMod val="108000"/>
              </a:schemeClr>
            </a:gs>
            <a:gs pos="50000">
              <a:schemeClr val="phClr">
                <a:tint val="98000"/>
                <a:shade val="100000"/>
                <a:satMod val="100000"/>
                <a:lumMod val="100000"/>
              </a:schemeClr>
            </a:gs>
            <a:gs pos="100000">
              <a:schemeClr val="phClr">
                <a:shade val="72000"/>
                <a:satMod val="120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>
              <a:shade val="60000"/>
            </a:schemeClr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dir="5400000" rotWithShape="0">
              <a:srgbClr val="000000">
                <a:alpha val="28000"/>
              </a:srgbClr>
            </a:outerShdw>
          </a:effectLst>
        </a:effectStyle>
        <a:effectStyle>
          <a:effectLst>
            <a:outerShdw blurRad="63500" dist="25400" dir="5400000" algn="ctr" rotWithShape="0">
              <a:srgbClr val="000000">
                <a:alpha val="69000"/>
              </a:srgbClr>
            </a:outerShdw>
          </a:effectLst>
          <a:scene3d>
            <a:camera prst="orthographicFront">
              <a:rot lat="0" lon="0" rev="0"/>
            </a:camera>
            <a:lightRig rig="balanced" dir="t">
              <a:rot lat="0" lon="0" rev="1200000"/>
            </a:lightRig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  <a:lumMod val="110000"/>
              </a:schemeClr>
            </a:gs>
            <a:gs pos="100000">
              <a:schemeClr val="phClr">
                <a:shade val="64000"/>
                <a:lumMod val="88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84000"/>
                <a:shade val="100000"/>
                <a:hueMod val="130000"/>
                <a:satMod val="150000"/>
                <a:lumMod val="112000"/>
              </a:schemeClr>
            </a:gs>
            <a:gs pos="100000">
              <a:schemeClr val="phClr">
                <a:shade val="92000"/>
                <a:satMod val="140000"/>
                <a:lumMod val="11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roplet" id="{8984A317-299A-4E50-B45D-BFC9EDE2337A}" vid="{A633B6A3-9E7F-4C10-9C98-2517A3134361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Ausschnitt</Template>
  <TotalTime>0</TotalTime>
  <Words>139</Words>
  <Application>Microsoft Office PowerPoint</Application>
  <PresentationFormat>Breitbild</PresentationFormat>
  <Paragraphs>21</Paragraphs>
  <Slides>4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</vt:i4>
      </vt:variant>
    </vt:vector>
  </HeadingPairs>
  <TitlesOfParts>
    <vt:vector size="7" baseType="lpstr">
      <vt:lpstr>Arial</vt:lpstr>
      <vt:lpstr>Tw Cen MT</vt:lpstr>
      <vt:lpstr>Tropfen</vt:lpstr>
      <vt:lpstr>Datenmodellierung einer Trafik</vt:lpstr>
      <vt:lpstr>Identifizierte Anforderungen </vt:lpstr>
      <vt:lpstr>ERD</vt:lpstr>
      <vt:lpstr>Constraints &amp; Business Cases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Michael FRIEDL</dc:creator>
  <cp:lastModifiedBy>Michael FRIEDL</cp:lastModifiedBy>
  <cp:revision>4</cp:revision>
  <dcterms:created xsi:type="dcterms:W3CDTF">2026-03-17T19:01:22Z</dcterms:created>
  <dcterms:modified xsi:type="dcterms:W3CDTF">2026-03-18T13:36:17Z</dcterms:modified>
</cp:coreProperties>
</file>